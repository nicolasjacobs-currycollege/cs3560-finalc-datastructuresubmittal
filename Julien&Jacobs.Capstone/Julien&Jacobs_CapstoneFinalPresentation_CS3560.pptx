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2" r:id="rId1"/>
  </p:sldMasterIdLst>
  <p:notesMasterIdLst>
    <p:notesMasterId r:id="rId20"/>
  </p:notesMasterIdLst>
  <p:sldIdLst>
    <p:sldId id="271" r:id="rId2"/>
    <p:sldId id="273" r:id="rId3"/>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4" r:id="rId19"/>
  </p:sldIdLst>
  <p:sldSz cx="12192000" cy="6858000"/>
  <p:notesSz cx="6858000" cy="12192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53C7646-A4F1-4AB8-9C17-2800E5C8BFAB}" v="176" dt="2026-04-30T02:43:23.38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584" autoAdjust="0"/>
    <p:restoredTop sz="95033" autoAdjust="0"/>
  </p:normalViewPr>
  <p:slideViewPr>
    <p:cSldViewPr snapToGrid="0" snapToObjects="1">
      <p:cViewPr varScale="1">
        <p:scale>
          <a:sx n="79" d="100"/>
          <a:sy n="79" d="100"/>
        </p:scale>
        <p:origin x="840"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colas Jacobs" userId="2e86dc78-830e-4c88-bca3-b2ab4783df68" providerId="ADAL" clId="{8E8C0B02-34DC-4E59-A9A8-82D7231B961D}"/>
    <pc:docChg chg="undo redo custSel addSld delSld modSld sldOrd">
      <pc:chgData name="Nicolas Jacobs" userId="2e86dc78-830e-4c88-bca3-b2ab4783df68" providerId="ADAL" clId="{8E8C0B02-34DC-4E59-A9A8-82D7231B961D}" dt="2026-04-30T02:43:23.386" v="2752"/>
      <pc:docMkLst>
        <pc:docMk/>
      </pc:docMkLst>
      <pc:sldChg chg="addSp delSp modSp mod setBg addAnim delAnim modAnim modNotesTx">
        <pc:chgData name="Nicolas Jacobs" userId="2e86dc78-830e-4c88-bca3-b2ab4783df68" providerId="ADAL" clId="{8E8C0B02-34DC-4E59-A9A8-82D7231B961D}" dt="2026-04-30T02:41:55.540" v="2738"/>
        <pc:sldMkLst>
          <pc:docMk/>
          <pc:sldMk cId="0" sldId="256"/>
        </pc:sldMkLst>
        <pc:spChg chg="add mod">
          <ac:chgData name="Nicolas Jacobs" userId="2e86dc78-830e-4c88-bca3-b2ab4783df68" providerId="ADAL" clId="{8E8C0B02-34DC-4E59-A9A8-82D7231B961D}" dt="2026-04-29T14:39:33.207" v="2343"/>
          <ac:spMkLst>
            <pc:docMk/>
            <pc:sldMk cId="0" sldId="256"/>
            <ac:spMk id="2" creationId="{EEFCC715-FB5F-CADB-0921-876696F65CBF}"/>
          </ac:spMkLst>
        </pc:spChg>
        <pc:spChg chg="add del mod">
          <ac:chgData name="Nicolas Jacobs" userId="2e86dc78-830e-4c88-bca3-b2ab4783df68" providerId="ADAL" clId="{8E8C0B02-34DC-4E59-A9A8-82D7231B961D}" dt="2026-04-29T14:44:58.561" v="2441" actId="478"/>
          <ac:spMkLst>
            <pc:docMk/>
            <pc:sldMk cId="0" sldId="256"/>
            <ac:spMk id="3" creationId="{F409658D-B116-2BB6-7C2B-CDBDE236A4E2}"/>
          </ac:spMkLst>
        </pc:spChg>
        <pc:spChg chg="add del mod">
          <ac:chgData name="Nicolas Jacobs" userId="2e86dc78-830e-4c88-bca3-b2ab4783df68" providerId="ADAL" clId="{8E8C0B02-34DC-4E59-A9A8-82D7231B961D}" dt="2026-04-29T14:48:24.348" v="2510" actId="478"/>
          <ac:spMkLst>
            <pc:docMk/>
            <pc:sldMk cId="0" sldId="256"/>
            <ac:spMk id="4" creationId="{AC95924D-9506-5838-7EA1-1CEDB9EA078B}"/>
          </ac:spMkLst>
        </pc:spChg>
        <pc:spChg chg="add mod">
          <ac:chgData name="Nicolas Jacobs" userId="2e86dc78-830e-4c88-bca3-b2ab4783df68" providerId="ADAL" clId="{8E8C0B02-34DC-4E59-A9A8-82D7231B961D}" dt="2026-04-29T20:39:07.807" v="2554" actId="207"/>
          <ac:spMkLst>
            <pc:docMk/>
            <pc:sldMk cId="0" sldId="256"/>
            <ac:spMk id="5" creationId="{B4AE8C66-0DB7-C3D3-1D98-8DA0EA14959F}"/>
          </ac:spMkLst>
        </pc:spChg>
        <pc:spChg chg="mod">
          <ac:chgData name="Nicolas Jacobs" userId="2e86dc78-830e-4c88-bca3-b2ab4783df68" providerId="ADAL" clId="{8E8C0B02-34DC-4E59-A9A8-82D7231B961D}" dt="2026-04-29T20:38:59.702" v="2552" actId="207"/>
          <ac:spMkLst>
            <pc:docMk/>
            <pc:sldMk cId="0" sldId="256"/>
            <ac:spMk id="7" creationId="{00000000-0000-0000-0000-000000000000}"/>
          </ac:spMkLst>
        </pc:spChg>
        <pc:spChg chg="mod">
          <ac:chgData name="Nicolas Jacobs" userId="2e86dc78-830e-4c88-bca3-b2ab4783df68" providerId="ADAL" clId="{8E8C0B02-34DC-4E59-A9A8-82D7231B961D}" dt="2026-04-29T20:39:03.492" v="2553" actId="207"/>
          <ac:spMkLst>
            <pc:docMk/>
            <pc:sldMk cId="0" sldId="256"/>
            <ac:spMk id="9" creationId="{00000000-0000-0000-0000-000000000000}"/>
          </ac:spMkLst>
        </pc:spChg>
        <pc:spChg chg="mod">
          <ac:chgData name="Nicolas Jacobs" userId="2e86dc78-830e-4c88-bca3-b2ab4783df68" providerId="ADAL" clId="{8E8C0B02-34DC-4E59-A9A8-82D7231B961D}" dt="2026-04-29T08:52:03.331" v="125" actId="1076"/>
          <ac:spMkLst>
            <pc:docMk/>
            <pc:sldMk cId="0" sldId="256"/>
            <ac:spMk id="10" creationId="{00000000-0000-0000-0000-000000000000}"/>
          </ac:spMkLst>
        </pc:spChg>
        <pc:spChg chg="mod">
          <ac:chgData name="Nicolas Jacobs" userId="2e86dc78-830e-4c88-bca3-b2ab4783df68" providerId="ADAL" clId="{8E8C0B02-34DC-4E59-A9A8-82D7231B961D}" dt="2026-04-29T08:52:06.898" v="126" actId="1076"/>
          <ac:spMkLst>
            <pc:docMk/>
            <pc:sldMk cId="0" sldId="256"/>
            <ac:spMk id="12" creationId="{00000000-0000-0000-0000-000000000000}"/>
          </ac:spMkLst>
        </pc:spChg>
        <pc:spChg chg="mod">
          <ac:chgData name="Nicolas Jacobs" userId="2e86dc78-830e-4c88-bca3-b2ab4783df68" providerId="ADAL" clId="{8E8C0B02-34DC-4E59-A9A8-82D7231B961D}" dt="2026-04-29T08:57:55.720" v="185" actId="20577"/>
          <ac:spMkLst>
            <pc:docMk/>
            <pc:sldMk cId="0" sldId="256"/>
            <ac:spMk id="13" creationId="{00000000-0000-0000-0000-000000000000}"/>
          </ac:spMkLst>
        </pc:spChg>
        <pc:spChg chg="mod">
          <ac:chgData name="Nicolas Jacobs" userId="2e86dc78-830e-4c88-bca3-b2ab4783df68" providerId="ADAL" clId="{8E8C0B02-34DC-4E59-A9A8-82D7231B961D}" dt="2026-04-29T08:52:26.812" v="128" actId="1076"/>
          <ac:spMkLst>
            <pc:docMk/>
            <pc:sldMk cId="0" sldId="256"/>
            <ac:spMk id="15" creationId="{00000000-0000-0000-0000-000000000000}"/>
          </ac:spMkLst>
        </pc:spChg>
        <pc:spChg chg="mod">
          <ac:chgData name="Nicolas Jacobs" userId="2e86dc78-830e-4c88-bca3-b2ab4783df68" providerId="ADAL" clId="{8E8C0B02-34DC-4E59-A9A8-82D7231B961D}" dt="2026-04-29T08:52:34.535" v="129" actId="1076"/>
          <ac:spMkLst>
            <pc:docMk/>
            <pc:sldMk cId="0" sldId="256"/>
            <ac:spMk id="16" creationId="{00000000-0000-0000-0000-000000000000}"/>
          </ac:spMkLst>
        </pc:spChg>
        <pc:spChg chg="mod">
          <ac:chgData name="Nicolas Jacobs" userId="2e86dc78-830e-4c88-bca3-b2ab4783df68" providerId="ADAL" clId="{8E8C0B02-34DC-4E59-A9A8-82D7231B961D}" dt="2026-04-29T08:53:04.449" v="133" actId="1076"/>
          <ac:spMkLst>
            <pc:docMk/>
            <pc:sldMk cId="0" sldId="256"/>
            <ac:spMk id="18" creationId="{00000000-0000-0000-0000-000000000000}"/>
          </ac:spMkLst>
        </pc:spChg>
        <pc:spChg chg="mod">
          <ac:chgData name="Nicolas Jacobs" userId="2e86dc78-830e-4c88-bca3-b2ab4783df68" providerId="ADAL" clId="{8E8C0B02-34DC-4E59-A9A8-82D7231B961D}" dt="2026-04-29T08:53:12.116" v="134" actId="1076"/>
          <ac:spMkLst>
            <pc:docMk/>
            <pc:sldMk cId="0" sldId="256"/>
            <ac:spMk id="19" creationId="{00000000-0000-0000-0000-000000000000}"/>
          </ac:spMkLst>
        </pc:spChg>
        <pc:spChg chg="mod">
          <ac:chgData name="Nicolas Jacobs" userId="2e86dc78-830e-4c88-bca3-b2ab4783df68" providerId="ADAL" clId="{8E8C0B02-34DC-4E59-A9A8-82D7231B961D}" dt="2026-04-29T09:01:06.709" v="206" actId="14100"/>
          <ac:spMkLst>
            <pc:docMk/>
            <pc:sldMk cId="0" sldId="256"/>
            <ac:spMk id="20" creationId="{00000000-0000-0000-0000-000000000000}"/>
          </ac:spMkLst>
        </pc:spChg>
        <pc:spChg chg="mod">
          <ac:chgData name="Nicolas Jacobs" userId="2e86dc78-830e-4c88-bca3-b2ab4783df68" providerId="ADAL" clId="{8E8C0B02-34DC-4E59-A9A8-82D7231B961D}" dt="2026-04-29T08:55:26.830" v="158" actId="1038"/>
          <ac:spMkLst>
            <pc:docMk/>
            <pc:sldMk cId="0" sldId="256"/>
            <ac:spMk id="23" creationId="{00000000-0000-0000-0000-000000000000}"/>
          </ac:spMkLst>
        </pc:spChg>
        <pc:spChg chg="mod">
          <ac:chgData name="Nicolas Jacobs" userId="2e86dc78-830e-4c88-bca3-b2ab4783df68" providerId="ADAL" clId="{8E8C0B02-34DC-4E59-A9A8-82D7231B961D}" dt="2026-04-29T20:39:11.891" v="2555" actId="207"/>
          <ac:spMkLst>
            <pc:docMk/>
            <pc:sldMk cId="0" sldId="256"/>
            <ac:spMk id="29" creationId="{00000000-0000-0000-0000-000000000000}"/>
          </ac:spMkLst>
        </pc:spChg>
        <pc:spChg chg="mod">
          <ac:chgData name="Nicolas Jacobs" userId="2e86dc78-830e-4c88-bca3-b2ab4783df68" providerId="ADAL" clId="{8E8C0B02-34DC-4E59-A9A8-82D7231B961D}" dt="2026-04-29T08:58:17.165" v="188" actId="242"/>
          <ac:spMkLst>
            <pc:docMk/>
            <pc:sldMk cId="0" sldId="256"/>
            <ac:spMk id="30" creationId="{00000000-0000-0000-0000-000000000000}"/>
          </ac:spMkLst>
        </pc:spChg>
        <pc:spChg chg="mod">
          <ac:chgData name="Nicolas Jacobs" userId="2e86dc78-830e-4c88-bca3-b2ab4783df68" providerId="ADAL" clId="{8E8C0B02-34DC-4E59-A9A8-82D7231B961D}" dt="2026-04-29T08:56:54.930" v="173" actId="14100"/>
          <ac:spMkLst>
            <pc:docMk/>
            <pc:sldMk cId="0" sldId="256"/>
            <ac:spMk id="31" creationId="{00000000-0000-0000-0000-000000000000}"/>
          </ac:spMkLst>
        </pc:spChg>
        <pc:spChg chg="mod">
          <ac:chgData name="Nicolas Jacobs" userId="2e86dc78-830e-4c88-bca3-b2ab4783df68" providerId="ADAL" clId="{8E8C0B02-34DC-4E59-A9A8-82D7231B961D}" dt="2026-04-29T08:58:13.727" v="187" actId="242"/>
          <ac:spMkLst>
            <pc:docMk/>
            <pc:sldMk cId="0" sldId="256"/>
            <ac:spMk id="32" creationId="{00000000-0000-0000-0000-000000000000}"/>
          </ac:spMkLst>
        </pc:spChg>
        <pc:spChg chg="mod">
          <ac:chgData name="Nicolas Jacobs" userId="2e86dc78-830e-4c88-bca3-b2ab4783df68" providerId="ADAL" clId="{8E8C0B02-34DC-4E59-A9A8-82D7231B961D}" dt="2026-04-29T08:57:13.216" v="177" actId="14100"/>
          <ac:spMkLst>
            <pc:docMk/>
            <pc:sldMk cId="0" sldId="256"/>
            <ac:spMk id="33" creationId="{00000000-0000-0000-0000-000000000000}"/>
          </ac:spMkLst>
        </pc:spChg>
        <pc:spChg chg="mod">
          <ac:chgData name="Nicolas Jacobs" userId="2e86dc78-830e-4c88-bca3-b2ab4783df68" providerId="ADAL" clId="{8E8C0B02-34DC-4E59-A9A8-82D7231B961D}" dt="2026-04-29T08:58:09.911" v="186" actId="242"/>
          <ac:spMkLst>
            <pc:docMk/>
            <pc:sldMk cId="0" sldId="256"/>
            <ac:spMk id="34" creationId="{00000000-0000-0000-0000-000000000000}"/>
          </ac:spMkLst>
        </pc:spChg>
        <pc:spChg chg="mod">
          <ac:chgData name="Nicolas Jacobs" userId="2e86dc78-830e-4c88-bca3-b2ab4783df68" providerId="ADAL" clId="{8E8C0B02-34DC-4E59-A9A8-82D7231B961D}" dt="2026-04-29T08:57:37.441" v="183" actId="14100"/>
          <ac:spMkLst>
            <pc:docMk/>
            <pc:sldMk cId="0" sldId="256"/>
            <ac:spMk id="35" creationId="{00000000-0000-0000-0000-000000000000}"/>
          </ac:spMkLst>
        </pc:spChg>
        <pc:spChg chg="mod">
          <ac:chgData name="Nicolas Jacobs" userId="2e86dc78-830e-4c88-bca3-b2ab4783df68" providerId="ADAL" clId="{8E8C0B02-34DC-4E59-A9A8-82D7231B961D}" dt="2026-04-29T08:54:43.773" v="144" actId="1076"/>
          <ac:spMkLst>
            <pc:docMk/>
            <pc:sldMk cId="0" sldId="256"/>
            <ac:spMk id="40" creationId="{B83E782B-CE16-C85D-282F-A246DCF0BB7C}"/>
          </ac:spMkLst>
        </pc:spChg>
        <pc:spChg chg="mod">
          <ac:chgData name="Nicolas Jacobs" userId="2e86dc78-830e-4c88-bca3-b2ab4783df68" providerId="ADAL" clId="{8E8C0B02-34DC-4E59-A9A8-82D7231B961D}" dt="2026-04-29T08:55:31.494" v="160" actId="1038"/>
          <ac:spMkLst>
            <pc:docMk/>
            <pc:sldMk cId="0" sldId="256"/>
            <ac:spMk id="41" creationId="{D9BE2499-5056-1342-2739-52813D3A04B3}"/>
          </ac:spMkLst>
        </pc:spChg>
        <pc:spChg chg="mod">
          <ac:chgData name="Nicolas Jacobs" userId="2e86dc78-830e-4c88-bca3-b2ab4783df68" providerId="ADAL" clId="{8E8C0B02-34DC-4E59-A9A8-82D7231B961D}" dt="2026-04-29T08:55:47.310" v="164" actId="1076"/>
          <ac:spMkLst>
            <pc:docMk/>
            <pc:sldMk cId="0" sldId="256"/>
            <ac:spMk id="42" creationId="{E73D6EF6-48F1-428A-8531-316F335D7443}"/>
          </ac:spMkLst>
        </pc:spChg>
        <pc:spChg chg="mod">
          <ac:chgData name="Nicolas Jacobs" userId="2e86dc78-830e-4c88-bca3-b2ab4783df68" providerId="ADAL" clId="{8E8C0B02-34DC-4E59-A9A8-82D7231B961D}" dt="2026-04-29T09:01:18.866" v="209" actId="14100"/>
          <ac:spMkLst>
            <pc:docMk/>
            <pc:sldMk cId="0" sldId="256"/>
            <ac:spMk id="44" creationId="{63FA8671-842B-9B79-01F9-11BFD4F7C62E}"/>
          </ac:spMkLst>
        </pc:spChg>
        <pc:spChg chg="mod">
          <ac:chgData name="Nicolas Jacobs" userId="2e86dc78-830e-4c88-bca3-b2ab4783df68" providerId="ADAL" clId="{8E8C0B02-34DC-4E59-A9A8-82D7231B961D}" dt="2026-04-29T09:01:29.520" v="211" actId="14100"/>
          <ac:spMkLst>
            <pc:docMk/>
            <pc:sldMk cId="0" sldId="256"/>
            <ac:spMk id="45" creationId="{B6A6ADD3-34C9-8C19-842A-BF0B0C578BBD}"/>
          </ac:spMkLst>
        </pc:spChg>
        <pc:spChg chg="mod">
          <ac:chgData name="Nicolas Jacobs" userId="2e86dc78-830e-4c88-bca3-b2ab4783df68" providerId="ADAL" clId="{8E8C0B02-34DC-4E59-A9A8-82D7231B961D}" dt="2026-04-29T09:01:37.548" v="213" actId="14100"/>
          <ac:spMkLst>
            <pc:docMk/>
            <pc:sldMk cId="0" sldId="256"/>
            <ac:spMk id="46" creationId="{45D4AEE5-8B45-C169-15ED-7CC4CB439B52}"/>
          </ac:spMkLst>
        </pc:spChg>
        <pc:spChg chg="mod">
          <ac:chgData name="Nicolas Jacobs" userId="2e86dc78-830e-4c88-bca3-b2ab4783df68" providerId="ADAL" clId="{8E8C0B02-34DC-4E59-A9A8-82D7231B961D}" dt="2026-04-29T09:01:45.650" v="215" actId="14100"/>
          <ac:spMkLst>
            <pc:docMk/>
            <pc:sldMk cId="0" sldId="256"/>
            <ac:spMk id="47" creationId="{02C51774-EE12-3F6F-C08A-A08479213CD6}"/>
          </ac:spMkLst>
        </pc:spChg>
      </pc:sldChg>
      <pc:sldChg chg="addSp delSp modSp mod setBg addAnim delAnim modAnim modNotesTx">
        <pc:chgData name="Nicolas Jacobs" userId="2e86dc78-830e-4c88-bca3-b2ab4783df68" providerId="ADAL" clId="{8E8C0B02-34DC-4E59-A9A8-82D7231B961D}" dt="2026-04-30T02:42:04.987" v="2739"/>
        <pc:sldMkLst>
          <pc:docMk/>
          <pc:sldMk cId="0" sldId="257"/>
        </pc:sldMkLst>
        <pc:spChg chg="add del mod">
          <ac:chgData name="Nicolas Jacobs" userId="2e86dc78-830e-4c88-bca3-b2ab4783df68" providerId="ADAL" clId="{8E8C0B02-34DC-4E59-A9A8-82D7231B961D}" dt="2026-04-29T14:44:55.400" v="2440" actId="478"/>
          <ac:spMkLst>
            <pc:docMk/>
            <pc:sldMk cId="0" sldId="257"/>
            <ac:spMk id="2" creationId="{146E99CD-CDB1-B928-88C4-E0DFCC906A26}"/>
          </ac:spMkLst>
        </pc:spChg>
        <pc:spChg chg="add mod">
          <ac:chgData name="Nicolas Jacobs" userId="2e86dc78-830e-4c88-bca3-b2ab4783df68" providerId="ADAL" clId="{8E8C0B02-34DC-4E59-A9A8-82D7231B961D}" dt="2026-04-29T20:40:47.477" v="2561" actId="207"/>
          <ac:spMkLst>
            <pc:docMk/>
            <pc:sldMk cId="0" sldId="257"/>
            <ac:spMk id="3" creationId="{44B296B3-8FC3-646B-5A20-2597C5553271}"/>
          </ac:spMkLst>
        </pc:spChg>
        <pc:spChg chg="mod">
          <ac:chgData name="Nicolas Jacobs" userId="2e86dc78-830e-4c88-bca3-b2ab4783df68" providerId="ADAL" clId="{8E8C0B02-34DC-4E59-A9A8-82D7231B961D}" dt="2026-04-29T20:40:33.460" v="2557" actId="207"/>
          <ac:spMkLst>
            <pc:docMk/>
            <pc:sldMk cId="0" sldId="257"/>
            <ac:spMk id="7" creationId="{00000000-0000-0000-0000-000000000000}"/>
          </ac:spMkLst>
        </pc:spChg>
        <pc:spChg chg="mod">
          <ac:chgData name="Nicolas Jacobs" userId="2e86dc78-830e-4c88-bca3-b2ab4783df68" providerId="ADAL" clId="{8E8C0B02-34DC-4E59-A9A8-82D7231B961D}" dt="2026-04-29T20:40:36.592" v="2558" actId="207"/>
          <ac:spMkLst>
            <pc:docMk/>
            <pc:sldMk cId="0" sldId="257"/>
            <ac:spMk id="9" creationId="{00000000-0000-0000-0000-000000000000}"/>
          </ac:spMkLst>
        </pc:spChg>
        <pc:spChg chg="mod">
          <ac:chgData name="Nicolas Jacobs" userId="2e86dc78-830e-4c88-bca3-b2ab4783df68" providerId="ADAL" clId="{8E8C0B02-34DC-4E59-A9A8-82D7231B961D}" dt="2026-04-29T20:40:40.447" v="2559" actId="207"/>
          <ac:spMkLst>
            <pc:docMk/>
            <pc:sldMk cId="0" sldId="257"/>
            <ac:spMk id="34" creationId="{00000000-0000-0000-0000-000000000000}"/>
          </ac:spMkLst>
        </pc:spChg>
        <pc:spChg chg="mod">
          <ac:chgData name="Nicolas Jacobs" userId="2e86dc78-830e-4c88-bca3-b2ab4783df68" providerId="ADAL" clId="{8E8C0B02-34DC-4E59-A9A8-82D7231B961D}" dt="2026-04-29T20:40:44.011" v="2560" actId="207"/>
          <ac:spMkLst>
            <pc:docMk/>
            <pc:sldMk cId="0" sldId="257"/>
            <ac:spMk id="37" creationId="{00000000-0000-0000-0000-000000000000}"/>
          </ac:spMkLst>
        </pc:spChg>
        <pc:spChg chg="mod">
          <ac:chgData name="Nicolas Jacobs" userId="2e86dc78-830e-4c88-bca3-b2ab4783df68" providerId="ADAL" clId="{8E8C0B02-34DC-4E59-A9A8-82D7231B961D}" dt="2026-04-29T09:00:41.794" v="202" actId="242"/>
          <ac:spMkLst>
            <pc:docMk/>
            <pc:sldMk cId="0" sldId="257"/>
            <ac:spMk id="40" creationId="{00000000-0000-0000-0000-000000000000}"/>
          </ac:spMkLst>
        </pc:spChg>
        <pc:spChg chg="mod">
          <ac:chgData name="Nicolas Jacobs" userId="2e86dc78-830e-4c88-bca3-b2ab4783df68" providerId="ADAL" clId="{8E8C0B02-34DC-4E59-A9A8-82D7231B961D}" dt="2026-04-29T09:02:01.668" v="217" actId="14100"/>
          <ac:spMkLst>
            <pc:docMk/>
            <pc:sldMk cId="0" sldId="257"/>
            <ac:spMk id="60" creationId="{FC59C8C0-B07C-08A3-7A01-960EF6A1B577}"/>
          </ac:spMkLst>
        </pc:spChg>
        <pc:spChg chg="mod">
          <ac:chgData name="Nicolas Jacobs" userId="2e86dc78-830e-4c88-bca3-b2ab4783df68" providerId="ADAL" clId="{8E8C0B02-34DC-4E59-A9A8-82D7231B961D}" dt="2026-04-29T09:02:08.319" v="219" actId="14100"/>
          <ac:spMkLst>
            <pc:docMk/>
            <pc:sldMk cId="0" sldId="257"/>
            <ac:spMk id="61" creationId="{28346A72-CC7B-4FE1-5BE0-22255EB05520}"/>
          </ac:spMkLst>
        </pc:spChg>
        <pc:spChg chg="mod">
          <ac:chgData name="Nicolas Jacobs" userId="2e86dc78-830e-4c88-bca3-b2ab4783df68" providerId="ADAL" clId="{8E8C0B02-34DC-4E59-A9A8-82D7231B961D}" dt="2026-04-29T09:02:15.528" v="221" actId="14100"/>
          <ac:spMkLst>
            <pc:docMk/>
            <pc:sldMk cId="0" sldId="257"/>
            <ac:spMk id="62" creationId="{DC5498B7-39B8-F479-5760-8E2CE5B1628A}"/>
          </ac:spMkLst>
        </pc:spChg>
        <pc:spChg chg="mod">
          <ac:chgData name="Nicolas Jacobs" userId="2e86dc78-830e-4c88-bca3-b2ab4783df68" providerId="ADAL" clId="{8E8C0B02-34DC-4E59-A9A8-82D7231B961D}" dt="2026-04-29T09:02:23.060" v="223" actId="14100"/>
          <ac:spMkLst>
            <pc:docMk/>
            <pc:sldMk cId="0" sldId="257"/>
            <ac:spMk id="63" creationId="{0B664657-FEDA-B5D2-317E-AEB16EAC87FF}"/>
          </ac:spMkLst>
        </pc:spChg>
        <pc:spChg chg="mod">
          <ac:chgData name="Nicolas Jacobs" userId="2e86dc78-830e-4c88-bca3-b2ab4783df68" providerId="ADAL" clId="{8E8C0B02-34DC-4E59-A9A8-82D7231B961D}" dt="2026-04-29T09:02:33.112" v="225" actId="14100"/>
          <ac:spMkLst>
            <pc:docMk/>
            <pc:sldMk cId="0" sldId="257"/>
            <ac:spMk id="64" creationId="{F0958AD8-7888-9944-4014-6AE7AE6001C6}"/>
          </ac:spMkLst>
        </pc:spChg>
        <pc:spChg chg="mod">
          <ac:chgData name="Nicolas Jacobs" userId="2e86dc78-830e-4c88-bca3-b2ab4783df68" providerId="ADAL" clId="{8E8C0B02-34DC-4E59-A9A8-82D7231B961D}" dt="2026-04-29T09:02:41.254" v="227" actId="14100"/>
          <ac:spMkLst>
            <pc:docMk/>
            <pc:sldMk cId="0" sldId="257"/>
            <ac:spMk id="65" creationId="{C2BB6BED-40C2-CC4D-A67E-72FED3C5F82F}"/>
          </ac:spMkLst>
        </pc:spChg>
        <pc:spChg chg="mod">
          <ac:chgData name="Nicolas Jacobs" userId="2e86dc78-830e-4c88-bca3-b2ab4783df68" providerId="ADAL" clId="{8E8C0B02-34DC-4E59-A9A8-82D7231B961D}" dt="2026-04-29T09:02:49.804" v="229" actId="14100"/>
          <ac:spMkLst>
            <pc:docMk/>
            <pc:sldMk cId="0" sldId="257"/>
            <ac:spMk id="66" creationId="{CC2711B6-8B32-A636-2198-B3E158C8CAE9}"/>
          </ac:spMkLst>
        </pc:spChg>
        <pc:spChg chg="mod">
          <ac:chgData name="Nicolas Jacobs" userId="2e86dc78-830e-4c88-bca3-b2ab4783df68" providerId="ADAL" clId="{8E8C0B02-34DC-4E59-A9A8-82D7231B961D}" dt="2026-04-29T09:02:57.092" v="231" actId="14100"/>
          <ac:spMkLst>
            <pc:docMk/>
            <pc:sldMk cId="0" sldId="257"/>
            <ac:spMk id="67" creationId="{A7FA4924-8BDC-1AF9-0B32-F9C86B6943DF}"/>
          </ac:spMkLst>
        </pc:spChg>
        <pc:spChg chg="mod">
          <ac:chgData name="Nicolas Jacobs" userId="2e86dc78-830e-4c88-bca3-b2ab4783df68" providerId="ADAL" clId="{8E8C0B02-34DC-4E59-A9A8-82D7231B961D}" dt="2026-04-29T09:03:04.690" v="233" actId="14100"/>
          <ac:spMkLst>
            <pc:docMk/>
            <pc:sldMk cId="0" sldId="257"/>
            <ac:spMk id="68" creationId="{9861AE99-A0C9-589B-A133-A4B8A1152D58}"/>
          </ac:spMkLst>
        </pc:spChg>
        <pc:spChg chg="mod">
          <ac:chgData name="Nicolas Jacobs" userId="2e86dc78-830e-4c88-bca3-b2ab4783df68" providerId="ADAL" clId="{8E8C0B02-34DC-4E59-A9A8-82D7231B961D}" dt="2026-04-29T09:03:12.716" v="235" actId="14100"/>
          <ac:spMkLst>
            <pc:docMk/>
            <pc:sldMk cId="0" sldId="257"/>
            <ac:spMk id="69" creationId="{4E87C82B-C5FF-FCC2-AB38-74F1A8D5B820}"/>
          </ac:spMkLst>
        </pc:spChg>
        <pc:spChg chg="mod">
          <ac:chgData name="Nicolas Jacobs" userId="2e86dc78-830e-4c88-bca3-b2ab4783df68" providerId="ADAL" clId="{8E8C0B02-34DC-4E59-A9A8-82D7231B961D}" dt="2026-04-29T09:03:20.505" v="237" actId="14100"/>
          <ac:spMkLst>
            <pc:docMk/>
            <pc:sldMk cId="0" sldId="257"/>
            <ac:spMk id="70" creationId="{3E554DD9-DB76-BCA4-02EF-18D5BBE3C097}"/>
          </ac:spMkLst>
        </pc:spChg>
        <pc:spChg chg="mod">
          <ac:chgData name="Nicolas Jacobs" userId="2e86dc78-830e-4c88-bca3-b2ab4783df68" providerId="ADAL" clId="{8E8C0B02-34DC-4E59-A9A8-82D7231B961D}" dt="2026-04-29T09:03:32.644" v="239" actId="14100"/>
          <ac:spMkLst>
            <pc:docMk/>
            <pc:sldMk cId="0" sldId="257"/>
            <ac:spMk id="71" creationId="{3C67CAAA-9199-D2DC-BD41-29FE374F3206}"/>
          </ac:spMkLst>
        </pc:spChg>
      </pc:sldChg>
      <pc:sldChg chg="addSp delSp modSp mod ord setBg addAnim delAnim modAnim modNotesTx">
        <pc:chgData name="Nicolas Jacobs" userId="2e86dc78-830e-4c88-bca3-b2ab4783df68" providerId="ADAL" clId="{8E8C0B02-34DC-4E59-A9A8-82D7231B961D}" dt="2026-04-30T02:42:13.084" v="2740"/>
        <pc:sldMkLst>
          <pc:docMk/>
          <pc:sldMk cId="0" sldId="258"/>
        </pc:sldMkLst>
        <pc:spChg chg="add del mod">
          <ac:chgData name="Nicolas Jacobs" userId="2e86dc78-830e-4c88-bca3-b2ab4783df68" providerId="ADAL" clId="{8E8C0B02-34DC-4E59-A9A8-82D7231B961D}" dt="2026-04-29T14:44:52.418" v="2439" actId="478"/>
          <ac:spMkLst>
            <pc:docMk/>
            <pc:sldMk cId="0" sldId="258"/>
            <ac:spMk id="2" creationId="{52139B8C-2BD7-28E1-90DA-AEF14B92A61C}"/>
          </ac:spMkLst>
        </pc:spChg>
        <pc:spChg chg="add mod">
          <ac:chgData name="Nicolas Jacobs" userId="2e86dc78-830e-4c88-bca3-b2ab4783df68" providerId="ADAL" clId="{8E8C0B02-34DC-4E59-A9A8-82D7231B961D}" dt="2026-04-29T20:42:05.112" v="2565" actId="207"/>
          <ac:spMkLst>
            <pc:docMk/>
            <pc:sldMk cId="0" sldId="258"/>
            <ac:spMk id="3" creationId="{479751D9-B138-A669-4D85-690771CEA770}"/>
          </ac:spMkLst>
        </pc:spChg>
        <pc:spChg chg="mod">
          <ac:chgData name="Nicolas Jacobs" userId="2e86dc78-830e-4c88-bca3-b2ab4783df68" providerId="ADAL" clId="{8E8C0B02-34DC-4E59-A9A8-82D7231B961D}" dt="2026-04-29T20:41:58.389" v="2563" actId="207"/>
          <ac:spMkLst>
            <pc:docMk/>
            <pc:sldMk cId="0" sldId="258"/>
            <ac:spMk id="7" creationId="{00000000-0000-0000-0000-000000000000}"/>
          </ac:spMkLst>
        </pc:spChg>
        <pc:spChg chg="mod">
          <ac:chgData name="Nicolas Jacobs" userId="2e86dc78-830e-4c88-bca3-b2ab4783df68" providerId="ADAL" clId="{8E8C0B02-34DC-4E59-A9A8-82D7231B961D}" dt="2026-04-29T20:42:01.409" v="2564" actId="207"/>
          <ac:spMkLst>
            <pc:docMk/>
            <pc:sldMk cId="0" sldId="258"/>
            <ac:spMk id="9" creationId="{00000000-0000-0000-0000-000000000000}"/>
          </ac:spMkLst>
        </pc:spChg>
        <pc:spChg chg="mod">
          <ac:chgData name="Nicolas Jacobs" userId="2e86dc78-830e-4c88-bca3-b2ab4783df68" providerId="ADAL" clId="{8E8C0B02-34DC-4E59-A9A8-82D7231B961D}" dt="2026-04-29T09:04:45.382" v="243" actId="242"/>
          <ac:spMkLst>
            <pc:docMk/>
            <pc:sldMk cId="0" sldId="258"/>
            <ac:spMk id="13" creationId="{00000000-0000-0000-0000-000000000000}"/>
          </ac:spMkLst>
        </pc:spChg>
        <pc:spChg chg="mod">
          <ac:chgData name="Nicolas Jacobs" userId="2e86dc78-830e-4c88-bca3-b2ab4783df68" providerId="ADAL" clId="{8E8C0B02-34DC-4E59-A9A8-82D7231B961D}" dt="2026-04-29T09:07:34.524" v="278" actId="5793"/>
          <ac:spMkLst>
            <pc:docMk/>
            <pc:sldMk cId="0" sldId="258"/>
            <ac:spMk id="14" creationId="{00000000-0000-0000-0000-000000000000}"/>
          </ac:spMkLst>
        </pc:spChg>
        <pc:spChg chg="mod">
          <ac:chgData name="Nicolas Jacobs" userId="2e86dc78-830e-4c88-bca3-b2ab4783df68" providerId="ADAL" clId="{8E8C0B02-34DC-4E59-A9A8-82D7231B961D}" dt="2026-04-29T09:05:01.264" v="246" actId="122"/>
          <ac:spMkLst>
            <pc:docMk/>
            <pc:sldMk cId="0" sldId="258"/>
            <ac:spMk id="17" creationId="{00000000-0000-0000-0000-000000000000}"/>
          </ac:spMkLst>
        </pc:spChg>
        <pc:spChg chg="mod">
          <ac:chgData name="Nicolas Jacobs" userId="2e86dc78-830e-4c88-bca3-b2ab4783df68" providerId="ADAL" clId="{8E8C0B02-34DC-4E59-A9A8-82D7231B961D}" dt="2026-04-29T09:07:26.798" v="276" actId="14100"/>
          <ac:spMkLst>
            <pc:docMk/>
            <pc:sldMk cId="0" sldId="258"/>
            <ac:spMk id="32" creationId="{00000000-0000-0000-0000-000000000000}"/>
          </ac:spMkLst>
        </pc:spChg>
        <pc:spChg chg="mod">
          <ac:chgData name="Nicolas Jacobs" userId="2e86dc78-830e-4c88-bca3-b2ab4783df68" providerId="ADAL" clId="{8E8C0B02-34DC-4E59-A9A8-82D7231B961D}" dt="2026-04-29T09:06:30.337" v="263" actId="1037"/>
          <ac:spMkLst>
            <pc:docMk/>
            <pc:sldMk cId="0" sldId="258"/>
            <ac:spMk id="37" creationId="{F3167B45-589A-F019-8202-71F4FC56A06C}"/>
          </ac:spMkLst>
        </pc:spChg>
        <pc:spChg chg="mod">
          <ac:chgData name="Nicolas Jacobs" userId="2e86dc78-830e-4c88-bca3-b2ab4783df68" providerId="ADAL" clId="{8E8C0B02-34DC-4E59-A9A8-82D7231B961D}" dt="2026-04-29T09:06:08.125" v="260" actId="1038"/>
          <ac:spMkLst>
            <pc:docMk/>
            <pc:sldMk cId="0" sldId="258"/>
            <ac:spMk id="39" creationId="{B72D3634-01E3-8E5B-4AB2-B4A4D1535108}"/>
          </ac:spMkLst>
        </pc:spChg>
        <pc:spChg chg="mod">
          <ac:chgData name="Nicolas Jacobs" userId="2e86dc78-830e-4c88-bca3-b2ab4783df68" providerId="ADAL" clId="{8E8C0B02-34DC-4E59-A9A8-82D7231B961D}" dt="2026-04-29T09:06:46.442" v="266" actId="1038"/>
          <ac:spMkLst>
            <pc:docMk/>
            <pc:sldMk cId="0" sldId="258"/>
            <ac:spMk id="40" creationId="{A5A0B30F-D44E-F3B7-A009-21AF18C7EDBD}"/>
          </ac:spMkLst>
        </pc:spChg>
        <pc:spChg chg="mod">
          <ac:chgData name="Nicolas Jacobs" userId="2e86dc78-830e-4c88-bca3-b2ab4783df68" providerId="ADAL" clId="{8E8C0B02-34DC-4E59-A9A8-82D7231B961D}" dt="2026-04-29T09:07:08.093" v="272" actId="1037"/>
          <ac:spMkLst>
            <pc:docMk/>
            <pc:sldMk cId="0" sldId="258"/>
            <ac:spMk id="41" creationId="{C49662B4-E2FE-F36A-63B7-ACAB215B72AD}"/>
          </ac:spMkLst>
        </pc:spChg>
        <pc:spChg chg="mod">
          <ac:chgData name="Nicolas Jacobs" userId="2e86dc78-830e-4c88-bca3-b2ab4783df68" providerId="ADAL" clId="{8E8C0B02-34DC-4E59-A9A8-82D7231B961D}" dt="2026-04-29T09:05:15.281" v="249" actId="14100"/>
          <ac:spMkLst>
            <pc:docMk/>
            <pc:sldMk cId="0" sldId="258"/>
            <ac:spMk id="42" creationId="{215BAF84-BD7F-07F2-7319-3A9A97829EA8}"/>
          </ac:spMkLst>
        </pc:spChg>
        <pc:spChg chg="mod">
          <ac:chgData name="Nicolas Jacobs" userId="2e86dc78-830e-4c88-bca3-b2ab4783df68" providerId="ADAL" clId="{8E8C0B02-34DC-4E59-A9A8-82D7231B961D}" dt="2026-04-29T09:05:23.045" v="251" actId="14100"/>
          <ac:spMkLst>
            <pc:docMk/>
            <pc:sldMk cId="0" sldId="258"/>
            <ac:spMk id="43" creationId="{67816062-3ADF-52E2-68CB-A3167B067F3A}"/>
          </ac:spMkLst>
        </pc:spChg>
        <pc:spChg chg="mod">
          <ac:chgData name="Nicolas Jacobs" userId="2e86dc78-830e-4c88-bca3-b2ab4783df68" providerId="ADAL" clId="{8E8C0B02-34DC-4E59-A9A8-82D7231B961D}" dt="2026-04-29T09:05:30.697" v="253" actId="14100"/>
          <ac:spMkLst>
            <pc:docMk/>
            <pc:sldMk cId="0" sldId="258"/>
            <ac:spMk id="44" creationId="{FF3D5E3B-8659-6313-D44A-56DA2B0C5054}"/>
          </ac:spMkLst>
        </pc:spChg>
        <pc:spChg chg="mod">
          <ac:chgData name="Nicolas Jacobs" userId="2e86dc78-830e-4c88-bca3-b2ab4783df68" providerId="ADAL" clId="{8E8C0B02-34DC-4E59-A9A8-82D7231B961D}" dt="2026-04-29T09:06:57.404" v="268" actId="1038"/>
          <ac:spMkLst>
            <pc:docMk/>
            <pc:sldMk cId="0" sldId="258"/>
            <ac:spMk id="45" creationId="{DF0E8508-8ECD-DE64-8DC8-DBBC885F544D}"/>
          </ac:spMkLst>
        </pc:spChg>
        <pc:spChg chg="mod">
          <ac:chgData name="Nicolas Jacobs" userId="2e86dc78-830e-4c88-bca3-b2ab4783df68" providerId="ADAL" clId="{8E8C0B02-34DC-4E59-A9A8-82D7231B961D}" dt="2026-04-29T09:05:54.641" v="257" actId="14100"/>
          <ac:spMkLst>
            <pc:docMk/>
            <pc:sldMk cId="0" sldId="258"/>
            <ac:spMk id="46" creationId="{FEDDEC82-177A-26C4-D383-3CC57E409CB9}"/>
          </ac:spMkLst>
        </pc:spChg>
      </pc:sldChg>
      <pc:sldChg chg="addSp delSp modSp mod setBg addAnim delAnim modAnim modNotesTx">
        <pc:chgData name="Nicolas Jacobs" userId="2e86dc78-830e-4c88-bca3-b2ab4783df68" providerId="ADAL" clId="{8E8C0B02-34DC-4E59-A9A8-82D7231B961D}" dt="2026-04-30T02:42:20.461" v="2741"/>
        <pc:sldMkLst>
          <pc:docMk/>
          <pc:sldMk cId="0" sldId="259"/>
        </pc:sldMkLst>
        <pc:spChg chg="add del mod">
          <ac:chgData name="Nicolas Jacobs" userId="2e86dc78-830e-4c88-bca3-b2ab4783df68" providerId="ADAL" clId="{8E8C0B02-34DC-4E59-A9A8-82D7231B961D}" dt="2026-04-29T14:44:48.911" v="2438" actId="478"/>
          <ac:spMkLst>
            <pc:docMk/>
            <pc:sldMk cId="0" sldId="259"/>
            <ac:spMk id="2" creationId="{135A8BED-2770-7444-5062-FF43385E5C1E}"/>
          </ac:spMkLst>
        </pc:spChg>
        <pc:spChg chg="add mod">
          <ac:chgData name="Nicolas Jacobs" userId="2e86dc78-830e-4c88-bca3-b2ab4783df68" providerId="ADAL" clId="{8E8C0B02-34DC-4E59-A9A8-82D7231B961D}" dt="2026-04-29T20:42:48.036" v="2570" actId="207"/>
          <ac:spMkLst>
            <pc:docMk/>
            <pc:sldMk cId="0" sldId="259"/>
            <ac:spMk id="3" creationId="{8937402D-EC10-5D51-36BC-775E7E097C54}"/>
          </ac:spMkLst>
        </pc:spChg>
        <pc:spChg chg="mod">
          <ac:chgData name="Nicolas Jacobs" userId="2e86dc78-830e-4c88-bca3-b2ab4783df68" providerId="ADAL" clId="{8E8C0B02-34DC-4E59-A9A8-82D7231B961D}" dt="2026-04-29T20:42:33.247" v="2567" actId="207"/>
          <ac:spMkLst>
            <pc:docMk/>
            <pc:sldMk cId="0" sldId="259"/>
            <ac:spMk id="7" creationId="{00000000-0000-0000-0000-000000000000}"/>
          </ac:spMkLst>
        </pc:spChg>
        <pc:spChg chg="mod">
          <ac:chgData name="Nicolas Jacobs" userId="2e86dc78-830e-4c88-bca3-b2ab4783df68" providerId="ADAL" clId="{8E8C0B02-34DC-4E59-A9A8-82D7231B961D}" dt="2026-04-29T20:42:36.317" v="2568" actId="207"/>
          <ac:spMkLst>
            <pc:docMk/>
            <pc:sldMk cId="0" sldId="259"/>
            <ac:spMk id="9" creationId="{00000000-0000-0000-0000-000000000000}"/>
          </ac:spMkLst>
        </pc:spChg>
        <pc:spChg chg="mod">
          <ac:chgData name="Nicolas Jacobs" userId="2e86dc78-830e-4c88-bca3-b2ab4783df68" providerId="ADAL" clId="{8E8C0B02-34DC-4E59-A9A8-82D7231B961D}" dt="2026-04-29T09:08:55.582" v="282" actId="14100"/>
          <ac:spMkLst>
            <pc:docMk/>
            <pc:sldMk cId="0" sldId="259"/>
            <ac:spMk id="13" creationId="{00000000-0000-0000-0000-000000000000}"/>
          </ac:spMkLst>
        </pc:spChg>
        <pc:spChg chg="mod">
          <ac:chgData name="Nicolas Jacobs" userId="2e86dc78-830e-4c88-bca3-b2ab4783df68" providerId="ADAL" clId="{8E8C0B02-34DC-4E59-A9A8-82D7231B961D}" dt="2026-04-29T09:09:14.648" v="286" actId="14100"/>
          <ac:spMkLst>
            <pc:docMk/>
            <pc:sldMk cId="0" sldId="259"/>
            <ac:spMk id="15" creationId="{00000000-0000-0000-0000-000000000000}"/>
          </ac:spMkLst>
        </pc:spChg>
        <pc:spChg chg="mod">
          <ac:chgData name="Nicolas Jacobs" userId="2e86dc78-830e-4c88-bca3-b2ab4783df68" providerId="ADAL" clId="{8E8C0B02-34DC-4E59-A9A8-82D7231B961D}" dt="2026-04-29T09:09:34.808" v="291" actId="14100"/>
          <ac:spMkLst>
            <pc:docMk/>
            <pc:sldMk cId="0" sldId="259"/>
            <ac:spMk id="17" creationId="{00000000-0000-0000-0000-000000000000}"/>
          </ac:spMkLst>
        </pc:spChg>
        <pc:spChg chg="mod">
          <ac:chgData name="Nicolas Jacobs" userId="2e86dc78-830e-4c88-bca3-b2ab4783df68" providerId="ADAL" clId="{8E8C0B02-34DC-4E59-A9A8-82D7231B961D}" dt="2026-04-29T09:10:16.342" v="299" actId="14100"/>
          <ac:spMkLst>
            <pc:docMk/>
            <pc:sldMk cId="0" sldId="259"/>
            <ac:spMk id="19" creationId="{00000000-0000-0000-0000-000000000000}"/>
          </ac:spMkLst>
        </pc:spChg>
        <pc:spChg chg="mod">
          <ac:chgData name="Nicolas Jacobs" userId="2e86dc78-830e-4c88-bca3-b2ab4783df68" providerId="ADAL" clId="{8E8C0B02-34DC-4E59-A9A8-82D7231B961D}" dt="2026-04-29T09:09:57.113" v="295" actId="14100"/>
          <ac:spMkLst>
            <pc:docMk/>
            <pc:sldMk cId="0" sldId="259"/>
            <ac:spMk id="21" creationId="{00000000-0000-0000-0000-000000000000}"/>
          </ac:spMkLst>
        </pc:spChg>
        <pc:spChg chg="mod">
          <ac:chgData name="Nicolas Jacobs" userId="2e86dc78-830e-4c88-bca3-b2ab4783df68" providerId="ADAL" clId="{8E8C0B02-34DC-4E59-A9A8-82D7231B961D}" dt="2026-04-29T20:42:44.357" v="2569" actId="207"/>
          <ac:spMkLst>
            <pc:docMk/>
            <pc:sldMk cId="0" sldId="259"/>
            <ac:spMk id="22" creationId="{00000000-0000-0000-0000-000000000000}"/>
          </ac:spMkLst>
        </pc:spChg>
        <pc:spChg chg="mod">
          <ac:chgData name="Nicolas Jacobs" userId="2e86dc78-830e-4c88-bca3-b2ab4783df68" providerId="ADAL" clId="{8E8C0B02-34DC-4E59-A9A8-82D7231B961D}" dt="2026-04-29T09:10:24.951" v="301" actId="1076"/>
          <ac:spMkLst>
            <pc:docMk/>
            <pc:sldMk cId="0" sldId="259"/>
            <ac:spMk id="24" creationId="{F1C3715E-5870-ADA5-43C8-A9D6DA32F648}"/>
          </ac:spMkLst>
        </pc:spChg>
      </pc:sldChg>
      <pc:sldChg chg="addSp delSp modSp mod setBg addAnim delAnim modAnim modNotesTx">
        <pc:chgData name="Nicolas Jacobs" userId="2e86dc78-830e-4c88-bca3-b2ab4783df68" providerId="ADAL" clId="{8E8C0B02-34DC-4E59-A9A8-82D7231B961D}" dt="2026-04-30T02:42:25.174" v="2742"/>
        <pc:sldMkLst>
          <pc:docMk/>
          <pc:sldMk cId="0" sldId="260"/>
        </pc:sldMkLst>
        <pc:spChg chg="add del mod">
          <ac:chgData name="Nicolas Jacobs" userId="2e86dc78-830e-4c88-bca3-b2ab4783df68" providerId="ADAL" clId="{8E8C0B02-34DC-4E59-A9A8-82D7231B961D}" dt="2026-04-29T14:44:43.650" v="2437" actId="478"/>
          <ac:spMkLst>
            <pc:docMk/>
            <pc:sldMk cId="0" sldId="260"/>
            <ac:spMk id="3" creationId="{925F47C1-9DF9-DBB0-96D9-204BB2EBCF1F}"/>
          </ac:spMkLst>
        </pc:spChg>
        <pc:spChg chg="add mod">
          <ac:chgData name="Nicolas Jacobs" userId="2e86dc78-830e-4c88-bca3-b2ab4783df68" providerId="ADAL" clId="{8E8C0B02-34DC-4E59-A9A8-82D7231B961D}" dt="2026-04-29T20:43:47.489" v="2575" actId="207"/>
          <ac:spMkLst>
            <pc:docMk/>
            <pc:sldMk cId="0" sldId="260"/>
            <ac:spMk id="4" creationId="{65F8C93F-81AE-2B71-6BA5-D3B5AEF0405B}"/>
          </ac:spMkLst>
        </pc:spChg>
        <pc:spChg chg="mod">
          <ac:chgData name="Nicolas Jacobs" userId="2e86dc78-830e-4c88-bca3-b2ab4783df68" providerId="ADAL" clId="{8E8C0B02-34DC-4E59-A9A8-82D7231B961D}" dt="2026-04-29T20:43:36.438" v="2572" actId="207"/>
          <ac:spMkLst>
            <pc:docMk/>
            <pc:sldMk cId="0" sldId="260"/>
            <ac:spMk id="7" creationId="{00000000-0000-0000-0000-000000000000}"/>
          </ac:spMkLst>
        </pc:spChg>
        <pc:spChg chg="mod">
          <ac:chgData name="Nicolas Jacobs" userId="2e86dc78-830e-4c88-bca3-b2ab4783df68" providerId="ADAL" clId="{8E8C0B02-34DC-4E59-A9A8-82D7231B961D}" dt="2026-04-29T20:43:39.601" v="2573" actId="207"/>
          <ac:spMkLst>
            <pc:docMk/>
            <pc:sldMk cId="0" sldId="260"/>
            <ac:spMk id="9" creationId="{00000000-0000-0000-0000-000000000000}"/>
          </ac:spMkLst>
        </pc:spChg>
        <pc:spChg chg="mod">
          <ac:chgData name="Nicolas Jacobs" userId="2e86dc78-830e-4c88-bca3-b2ab4783df68" providerId="ADAL" clId="{8E8C0B02-34DC-4E59-A9A8-82D7231B961D}" dt="2026-04-29T09:11:09.416" v="305" actId="14100"/>
          <ac:spMkLst>
            <pc:docMk/>
            <pc:sldMk cId="0" sldId="260"/>
            <ac:spMk id="11" creationId="{00000000-0000-0000-0000-000000000000}"/>
          </ac:spMkLst>
        </pc:spChg>
        <pc:spChg chg="mod">
          <ac:chgData name="Nicolas Jacobs" userId="2e86dc78-830e-4c88-bca3-b2ab4783df68" providerId="ADAL" clId="{8E8C0B02-34DC-4E59-A9A8-82D7231B961D}" dt="2026-04-29T09:11:55.013" v="312" actId="1035"/>
          <ac:spMkLst>
            <pc:docMk/>
            <pc:sldMk cId="0" sldId="260"/>
            <ac:spMk id="14" creationId="{00000000-0000-0000-0000-000000000000}"/>
          </ac:spMkLst>
        </pc:spChg>
        <pc:spChg chg="mod">
          <ac:chgData name="Nicolas Jacobs" userId="2e86dc78-830e-4c88-bca3-b2ab4783df68" providerId="ADAL" clId="{8E8C0B02-34DC-4E59-A9A8-82D7231B961D}" dt="2026-04-29T09:11:29.785" v="310" actId="14100"/>
          <ac:spMkLst>
            <pc:docMk/>
            <pc:sldMk cId="0" sldId="260"/>
            <ac:spMk id="15" creationId="{00000000-0000-0000-0000-000000000000}"/>
          </ac:spMkLst>
        </pc:spChg>
        <pc:spChg chg="mod">
          <ac:chgData name="Nicolas Jacobs" userId="2e86dc78-830e-4c88-bca3-b2ab4783df68" providerId="ADAL" clId="{8E8C0B02-34DC-4E59-A9A8-82D7231B961D}" dt="2026-04-29T09:11:58.030" v="313" actId="1035"/>
          <ac:spMkLst>
            <pc:docMk/>
            <pc:sldMk cId="0" sldId="260"/>
            <ac:spMk id="16" creationId="{00000000-0000-0000-0000-000000000000}"/>
          </ac:spMkLst>
        </pc:spChg>
        <pc:spChg chg="mod">
          <ac:chgData name="Nicolas Jacobs" userId="2e86dc78-830e-4c88-bca3-b2ab4783df68" providerId="ADAL" clId="{8E8C0B02-34DC-4E59-A9A8-82D7231B961D}" dt="2026-04-29T20:43:44.126" v="2574" actId="207"/>
          <ac:spMkLst>
            <pc:docMk/>
            <pc:sldMk cId="0" sldId="260"/>
            <ac:spMk id="41" creationId="{00000000-0000-0000-0000-000000000000}"/>
          </ac:spMkLst>
        </pc:spChg>
        <pc:spChg chg="mod">
          <ac:chgData name="Nicolas Jacobs" userId="2e86dc78-830e-4c88-bca3-b2ab4783df68" providerId="ADAL" clId="{8E8C0B02-34DC-4E59-A9A8-82D7231B961D}" dt="2026-04-29T09:11:38.598" v="311" actId="242"/>
          <ac:spMkLst>
            <pc:docMk/>
            <pc:sldMk cId="0" sldId="260"/>
            <ac:spMk id="45" creationId="{E2BC3420-E9CD-CE2C-0DFE-FDEAD7719FDB}"/>
          </ac:spMkLst>
        </pc:spChg>
        <pc:spChg chg="mod">
          <ac:chgData name="Nicolas Jacobs" userId="2e86dc78-830e-4c88-bca3-b2ab4783df68" providerId="ADAL" clId="{8E8C0B02-34DC-4E59-A9A8-82D7231B961D}" dt="2026-04-29T09:14:54.478" v="346" actId="1035"/>
          <ac:spMkLst>
            <pc:docMk/>
            <pc:sldMk cId="0" sldId="260"/>
            <ac:spMk id="46" creationId="{64F3D120-5B54-F9A9-281A-F1A401AA35F1}"/>
          </ac:spMkLst>
        </pc:spChg>
        <pc:spChg chg="mod">
          <ac:chgData name="Nicolas Jacobs" userId="2e86dc78-830e-4c88-bca3-b2ab4783df68" providerId="ADAL" clId="{8E8C0B02-34DC-4E59-A9A8-82D7231B961D}" dt="2026-04-29T09:14:56.826" v="347" actId="1035"/>
          <ac:spMkLst>
            <pc:docMk/>
            <pc:sldMk cId="0" sldId="260"/>
            <ac:spMk id="47" creationId="{CB67EA8D-CF22-03DF-3BEE-4B4B271180A4}"/>
          </ac:spMkLst>
        </pc:spChg>
        <pc:spChg chg="mod">
          <ac:chgData name="Nicolas Jacobs" userId="2e86dc78-830e-4c88-bca3-b2ab4783df68" providerId="ADAL" clId="{8E8C0B02-34DC-4E59-A9A8-82D7231B961D}" dt="2026-04-29T09:14:59.161" v="348" actId="1035"/>
          <ac:spMkLst>
            <pc:docMk/>
            <pc:sldMk cId="0" sldId="260"/>
            <ac:spMk id="50" creationId="{A5BD69EE-6629-FF49-5FF2-B8D780C12A85}"/>
          </ac:spMkLst>
        </pc:spChg>
        <pc:spChg chg="mod">
          <ac:chgData name="Nicolas Jacobs" userId="2e86dc78-830e-4c88-bca3-b2ab4783df68" providerId="ADAL" clId="{8E8C0B02-34DC-4E59-A9A8-82D7231B961D}" dt="2026-04-29T09:15:01.193" v="349" actId="1035"/>
          <ac:spMkLst>
            <pc:docMk/>
            <pc:sldMk cId="0" sldId="260"/>
            <ac:spMk id="51" creationId="{4E347856-BF82-E8AE-BA3C-B45C1F3C5C51}"/>
          </ac:spMkLst>
        </pc:spChg>
        <pc:spChg chg="mod">
          <ac:chgData name="Nicolas Jacobs" userId="2e86dc78-830e-4c88-bca3-b2ab4783df68" providerId="ADAL" clId="{8E8C0B02-34DC-4E59-A9A8-82D7231B961D}" dt="2026-04-29T09:14:26.138" v="338" actId="1037"/>
          <ac:spMkLst>
            <pc:docMk/>
            <pc:sldMk cId="0" sldId="260"/>
            <ac:spMk id="52" creationId="{9ACE5603-711A-73DC-545A-118E50417BDA}"/>
          </ac:spMkLst>
        </pc:spChg>
        <pc:spChg chg="mod">
          <ac:chgData name="Nicolas Jacobs" userId="2e86dc78-830e-4c88-bca3-b2ab4783df68" providerId="ADAL" clId="{8E8C0B02-34DC-4E59-A9A8-82D7231B961D}" dt="2026-04-29T09:16:18.245" v="360" actId="1038"/>
          <ac:spMkLst>
            <pc:docMk/>
            <pc:sldMk cId="0" sldId="260"/>
            <ac:spMk id="53" creationId="{5661F582-C0FB-B0CD-FDD8-26F8FCE052EF}"/>
          </ac:spMkLst>
        </pc:spChg>
        <pc:spChg chg="mod">
          <ac:chgData name="Nicolas Jacobs" userId="2e86dc78-830e-4c88-bca3-b2ab4783df68" providerId="ADAL" clId="{8E8C0B02-34DC-4E59-A9A8-82D7231B961D}" dt="2026-04-29T09:12:38.221" v="321" actId="1038"/>
          <ac:spMkLst>
            <pc:docMk/>
            <pc:sldMk cId="0" sldId="260"/>
            <ac:spMk id="54" creationId="{56DB6A9B-5A32-6AFC-DA46-5098A2526FAF}"/>
          </ac:spMkLst>
        </pc:spChg>
        <pc:spChg chg="mod">
          <ac:chgData name="Nicolas Jacobs" userId="2e86dc78-830e-4c88-bca3-b2ab4783df68" providerId="ADAL" clId="{8E8C0B02-34DC-4E59-A9A8-82D7231B961D}" dt="2026-04-29T09:14:36.172" v="341" actId="1038"/>
          <ac:spMkLst>
            <pc:docMk/>
            <pc:sldMk cId="0" sldId="260"/>
            <ac:spMk id="55" creationId="{5F117512-E2B3-93F2-6A75-AE1DCA04B0DC}"/>
          </ac:spMkLst>
        </pc:spChg>
        <pc:spChg chg="mod">
          <ac:chgData name="Nicolas Jacobs" userId="2e86dc78-830e-4c88-bca3-b2ab4783df68" providerId="ADAL" clId="{8E8C0B02-34DC-4E59-A9A8-82D7231B961D}" dt="2026-04-29T09:14:42.806" v="344" actId="1038"/>
          <ac:spMkLst>
            <pc:docMk/>
            <pc:sldMk cId="0" sldId="260"/>
            <ac:spMk id="56" creationId="{CBFCC9FB-F994-843B-0255-E5DAFFDC63E7}"/>
          </ac:spMkLst>
        </pc:spChg>
        <pc:spChg chg="mod">
          <ac:chgData name="Nicolas Jacobs" userId="2e86dc78-830e-4c88-bca3-b2ab4783df68" providerId="ADAL" clId="{8E8C0B02-34DC-4E59-A9A8-82D7231B961D}" dt="2026-04-29T09:13:14.760" v="329" actId="1035"/>
          <ac:spMkLst>
            <pc:docMk/>
            <pc:sldMk cId="0" sldId="260"/>
            <ac:spMk id="57" creationId="{AE6681D5-06D7-A8BB-83DA-FF1F6B7DCD92}"/>
          </ac:spMkLst>
        </pc:spChg>
        <pc:spChg chg="mod">
          <ac:chgData name="Nicolas Jacobs" userId="2e86dc78-830e-4c88-bca3-b2ab4783df68" providerId="ADAL" clId="{8E8C0B02-34DC-4E59-A9A8-82D7231B961D}" dt="2026-04-29T09:14:38.134" v="342" actId="1038"/>
          <ac:spMkLst>
            <pc:docMk/>
            <pc:sldMk cId="0" sldId="260"/>
            <ac:spMk id="58" creationId="{8D4C8888-B0E4-E9AC-C363-F683EB7DFB25}"/>
          </ac:spMkLst>
        </pc:spChg>
        <pc:spChg chg="mod">
          <ac:chgData name="Nicolas Jacobs" userId="2e86dc78-830e-4c88-bca3-b2ab4783df68" providerId="ADAL" clId="{8E8C0B02-34DC-4E59-A9A8-82D7231B961D}" dt="2026-04-29T09:16:26.515" v="361" actId="1037"/>
          <ac:spMkLst>
            <pc:docMk/>
            <pc:sldMk cId="0" sldId="260"/>
            <ac:spMk id="59" creationId="{50BBFB95-A08E-808D-FF8A-8BDF638367FB}"/>
          </ac:spMkLst>
        </pc:spChg>
        <pc:spChg chg="mod">
          <ac:chgData name="Nicolas Jacobs" userId="2e86dc78-830e-4c88-bca3-b2ab4783df68" providerId="ADAL" clId="{8E8C0B02-34DC-4E59-A9A8-82D7231B961D}" dt="2026-04-29T09:15:23.808" v="352" actId="14100"/>
          <ac:spMkLst>
            <pc:docMk/>
            <pc:sldMk cId="0" sldId="260"/>
            <ac:spMk id="60" creationId="{CB350546-543A-6C7C-60BF-1C53E251A684}"/>
          </ac:spMkLst>
        </pc:spChg>
        <pc:spChg chg="mod">
          <ac:chgData name="Nicolas Jacobs" userId="2e86dc78-830e-4c88-bca3-b2ab4783df68" providerId="ADAL" clId="{8E8C0B02-34DC-4E59-A9A8-82D7231B961D}" dt="2026-04-29T09:15:30.683" v="354" actId="14100"/>
          <ac:spMkLst>
            <pc:docMk/>
            <pc:sldMk cId="0" sldId="260"/>
            <ac:spMk id="61" creationId="{7019358D-E9EC-11F2-53E0-B452B80272DD}"/>
          </ac:spMkLst>
        </pc:spChg>
        <pc:spChg chg="mod">
          <ac:chgData name="Nicolas Jacobs" userId="2e86dc78-830e-4c88-bca3-b2ab4783df68" providerId="ADAL" clId="{8E8C0B02-34DC-4E59-A9A8-82D7231B961D}" dt="2026-04-29T09:15:42.579" v="356" actId="14100"/>
          <ac:spMkLst>
            <pc:docMk/>
            <pc:sldMk cId="0" sldId="260"/>
            <ac:spMk id="62" creationId="{7ED2BE31-78C1-178D-6604-D5149F16609D}"/>
          </ac:spMkLst>
        </pc:spChg>
        <pc:spChg chg="mod">
          <ac:chgData name="Nicolas Jacobs" userId="2e86dc78-830e-4c88-bca3-b2ab4783df68" providerId="ADAL" clId="{8E8C0B02-34DC-4E59-A9A8-82D7231B961D}" dt="2026-04-29T09:15:52.948" v="358" actId="14100"/>
          <ac:spMkLst>
            <pc:docMk/>
            <pc:sldMk cId="0" sldId="260"/>
            <ac:spMk id="63" creationId="{32E65E3F-6BB3-EBB3-5EE3-6D03CA98D7C0}"/>
          </ac:spMkLst>
        </pc:spChg>
        <pc:spChg chg="mod">
          <ac:chgData name="Nicolas Jacobs" userId="2e86dc78-830e-4c88-bca3-b2ab4783df68" providerId="ADAL" clId="{8E8C0B02-34DC-4E59-A9A8-82D7231B961D}" dt="2026-04-29T09:16:40.978" v="363" actId="14100"/>
          <ac:spMkLst>
            <pc:docMk/>
            <pc:sldMk cId="0" sldId="260"/>
            <ac:spMk id="65" creationId="{A4874952-6C77-1B98-0485-43FD6B9A6DBC}"/>
          </ac:spMkLst>
        </pc:spChg>
        <pc:spChg chg="mod">
          <ac:chgData name="Nicolas Jacobs" userId="2e86dc78-830e-4c88-bca3-b2ab4783df68" providerId="ADAL" clId="{8E8C0B02-34DC-4E59-A9A8-82D7231B961D}" dt="2026-04-29T09:16:47.617" v="365" actId="14100"/>
          <ac:spMkLst>
            <pc:docMk/>
            <pc:sldMk cId="0" sldId="260"/>
            <ac:spMk id="66" creationId="{4A8404D9-B671-5791-7ABA-6308B4877D18}"/>
          </ac:spMkLst>
        </pc:spChg>
        <pc:spChg chg="mod">
          <ac:chgData name="Nicolas Jacobs" userId="2e86dc78-830e-4c88-bca3-b2ab4783df68" providerId="ADAL" clId="{8E8C0B02-34DC-4E59-A9A8-82D7231B961D}" dt="2026-04-29T09:16:55.506" v="367" actId="14100"/>
          <ac:spMkLst>
            <pc:docMk/>
            <pc:sldMk cId="0" sldId="260"/>
            <ac:spMk id="67" creationId="{D9676CB4-F2C3-3ADC-8339-949CF54B1BA2}"/>
          </ac:spMkLst>
        </pc:spChg>
        <pc:spChg chg="mod">
          <ac:chgData name="Nicolas Jacobs" userId="2e86dc78-830e-4c88-bca3-b2ab4783df68" providerId="ADAL" clId="{8E8C0B02-34DC-4E59-A9A8-82D7231B961D}" dt="2026-04-29T09:17:03.147" v="369" actId="14100"/>
          <ac:spMkLst>
            <pc:docMk/>
            <pc:sldMk cId="0" sldId="260"/>
            <ac:spMk id="68" creationId="{444A6B61-D31E-1359-E5C9-BAD84F2E52FC}"/>
          </ac:spMkLst>
        </pc:spChg>
        <pc:spChg chg="mod">
          <ac:chgData name="Nicolas Jacobs" userId="2e86dc78-830e-4c88-bca3-b2ab4783df68" providerId="ADAL" clId="{8E8C0B02-34DC-4E59-A9A8-82D7231B961D}" dt="2026-04-29T09:17:10.557" v="371" actId="14100"/>
          <ac:spMkLst>
            <pc:docMk/>
            <pc:sldMk cId="0" sldId="260"/>
            <ac:spMk id="69" creationId="{798CD5FB-3CE6-06E2-08AC-F05F9336B36D}"/>
          </ac:spMkLst>
        </pc:spChg>
        <pc:spChg chg="mod">
          <ac:chgData name="Nicolas Jacobs" userId="2e86dc78-830e-4c88-bca3-b2ab4783df68" providerId="ADAL" clId="{8E8C0B02-34DC-4E59-A9A8-82D7231B961D}" dt="2026-04-29T09:17:17.146" v="373" actId="14100"/>
          <ac:spMkLst>
            <pc:docMk/>
            <pc:sldMk cId="0" sldId="260"/>
            <ac:spMk id="70" creationId="{DC371DFF-1C7B-A3B6-0F7F-7D4E2DA49505}"/>
          </ac:spMkLst>
        </pc:spChg>
        <pc:spChg chg="mod">
          <ac:chgData name="Nicolas Jacobs" userId="2e86dc78-830e-4c88-bca3-b2ab4783df68" providerId="ADAL" clId="{8E8C0B02-34DC-4E59-A9A8-82D7231B961D}" dt="2026-04-29T09:17:26.210" v="375" actId="14100"/>
          <ac:spMkLst>
            <pc:docMk/>
            <pc:sldMk cId="0" sldId="260"/>
            <ac:spMk id="71" creationId="{B981B4C9-F27A-C0D2-0130-8CAEF9F1C415}"/>
          </ac:spMkLst>
        </pc:spChg>
      </pc:sldChg>
      <pc:sldChg chg="addSp delSp modSp mod setBg addAnim delAnim modAnim modNotesTx">
        <pc:chgData name="Nicolas Jacobs" userId="2e86dc78-830e-4c88-bca3-b2ab4783df68" providerId="ADAL" clId="{8E8C0B02-34DC-4E59-A9A8-82D7231B961D}" dt="2026-04-30T02:42:32.080" v="2743"/>
        <pc:sldMkLst>
          <pc:docMk/>
          <pc:sldMk cId="0" sldId="261"/>
        </pc:sldMkLst>
        <pc:spChg chg="add del mod">
          <ac:chgData name="Nicolas Jacobs" userId="2e86dc78-830e-4c88-bca3-b2ab4783df68" providerId="ADAL" clId="{8E8C0B02-34DC-4E59-A9A8-82D7231B961D}" dt="2026-04-29T14:44:39.803" v="2436" actId="478"/>
          <ac:spMkLst>
            <pc:docMk/>
            <pc:sldMk cId="0" sldId="261"/>
            <ac:spMk id="2" creationId="{776B532F-5D97-EB2D-3B18-99339F3BB0DE}"/>
          </ac:spMkLst>
        </pc:spChg>
        <pc:spChg chg="add mod">
          <ac:chgData name="Nicolas Jacobs" userId="2e86dc78-830e-4c88-bca3-b2ab4783df68" providerId="ADAL" clId="{8E8C0B02-34DC-4E59-A9A8-82D7231B961D}" dt="2026-04-29T20:45:02.065" v="2580" actId="207"/>
          <ac:spMkLst>
            <pc:docMk/>
            <pc:sldMk cId="0" sldId="261"/>
            <ac:spMk id="3" creationId="{F48C2BC0-67F3-B01B-E9BE-A70889331472}"/>
          </ac:spMkLst>
        </pc:spChg>
        <pc:spChg chg="mod">
          <ac:chgData name="Nicolas Jacobs" userId="2e86dc78-830e-4c88-bca3-b2ab4783df68" providerId="ADAL" clId="{8E8C0B02-34DC-4E59-A9A8-82D7231B961D}" dt="2026-04-29T20:44:50.747" v="2577" actId="207"/>
          <ac:spMkLst>
            <pc:docMk/>
            <pc:sldMk cId="0" sldId="261"/>
            <ac:spMk id="7" creationId="{00000000-0000-0000-0000-000000000000}"/>
          </ac:spMkLst>
        </pc:spChg>
        <pc:spChg chg="mod">
          <ac:chgData name="Nicolas Jacobs" userId="2e86dc78-830e-4c88-bca3-b2ab4783df68" providerId="ADAL" clId="{8E8C0B02-34DC-4E59-A9A8-82D7231B961D}" dt="2026-04-29T20:44:53.524" v="2578" actId="207"/>
          <ac:spMkLst>
            <pc:docMk/>
            <pc:sldMk cId="0" sldId="261"/>
            <ac:spMk id="9" creationId="{00000000-0000-0000-0000-000000000000}"/>
          </ac:spMkLst>
        </pc:spChg>
        <pc:spChg chg="mod">
          <ac:chgData name="Nicolas Jacobs" userId="2e86dc78-830e-4c88-bca3-b2ab4783df68" providerId="ADAL" clId="{8E8C0B02-34DC-4E59-A9A8-82D7231B961D}" dt="2026-04-29T09:19:49.112" v="384" actId="14100"/>
          <ac:spMkLst>
            <pc:docMk/>
            <pc:sldMk cId="0" sldId="261"/>
            <ac:spMk id="11" creationId="{00000000-0000-0000-0000-000000000000}"/>
          </ac:spMkLst>
        </pc:spChg>
        <pc:spChg chg="mod">
          <ac:chgData name="Nicolas Jacobs" userId="2e86dc78-830e-4c88-bca3-b2ab4783df68" providerId="ADAL" clId="{8E8C0B02-34DC-4E59-A9A8-82D7231B961D}" dt="2026-04-29T09:20:01.916" v="386" actId="14100"/>
          <ac:spMkLst>
            <pc:docMk/>
            <pc:sldMk cId="0" sldId="261"/>
            <ac:spMk id="13" creationId="{00000000-0000-0000-0000-000000000000}"/>
          </ac:spMkLst>
        </pc:spChg>
        <pc:spChg chg="mod">
          <ac:chgData name="Nicolas Jacobs" userId="2e86dc78-830e-4c88-bca3-b2ab4783df68" providerId="ADAL" clId="{8E8C0B02-34DC-4E59-A9A8-82D7231B961D}" dt="2026-04-29T09:19:20.825" v="379" actId="14100"/>
          <ac:spMkLst>
            <pc:docMk/>
            <pc:sldMk cId="0" sldId="261"/>
            <ac:spMk id="14" creationId="{00000000-0000-0000-0000-000000000000}"/>
          </ac:spMkLst>
        </pc:spChg>
        <pc:spChg chg="mod">
          <ac:chgData name="Nicolas Jacobs" userId="2e86dc78-830e-4c88-bca3-b2ab4783df68" providerId="ADAL" clId="{8E8C0B02-34DC-4E59-A9A8-82D7231B961D}" dt="2026-04-29T09:19:32.315" v="380" actId="14100"/>
          <ac:spMkLst>
            <pc:docMk/>
            <pc:sldMk cId="0" sldId="261"/>
            <ac:spMk id="15" creationId="{00000000-0000-0000-0000-000000000000}"/>
          </ac:spMkLst>
        </pc:spChg>
        <pc:spChg chg="mod">
          <ac:chgData name="Nicolas Jacobs" userId="2e86dc78-830e-4c88-bca3-b2ab4783df68" providerId="ADAL" clId="{8E8C0B02-34DC-4E59-A9A8-82D7231B961D}" dt="2026-04-29T09:20:15.845" v="388" actId="14100"/>
          <ac:spMkLst>
            <pc:docMk/>
            <pc:sldMk cId="0" sldId="261"/>
            <ac:spMk id="17" creationId="{00000000-0000-0000-0000-000000000000}"/>
          </ac:spMkLst>
        </pc:spChg>
        <pc:spChg chg="mod">
          <ac:chgData name="Nicolas Jacobs" userId="2e86dc78-830e-4c88-bca3-b2ab4783df68" providerId="ADAL" clId="{8E8C0B02-34DC-4E59-A9A8-82D7231B961D}" dt="2026-04-29T20:44:57.541" v="2579" actId="207"/>
          <ac:spMkLst>
            <pc:docMk/>
            <pc:sldMk cId="0" sldId="261"/>
            <ac:spMk id="33" creationId="{00000000-0000-0000-0000-000000000000}"/>
          </ac:spMkLst>
        </pc:spChg>
        <pc:spChg chg="mod">
          <ac:chgData name="Nicolas Jacobs" userId="2e86dc78-830e-4c88-bca3-b2ab4783df68" providerId="ADAL" clId="{8E8C0B02-34DC-4E59-A9A8-82D7231B961D}" dt="2026-04-29T09:20:33.509" v="389" actId="1038"/>
          <ac:spMkLst>
            <pc:docMk/>
            <pc:sldMk cId="0" sldId="261"/>
            <ac:spMk id="42" creationId="{A47C968B-E348-62A6-D0F0-C6B240546E6E}"/>
          </ac:spMkLst>
        </pc:spChg>
      </pc:sldChg>
      <pc:sldChg chg="addSp delSp modSp mod setBg addAnim delAnim modAnim modNotesTx">
        <pc:chgData name="Nicolas Jacobs" userId="2e86dc78-830e-4c88-bca3-b2ab4783df68" providerId="ADAL" clId="{8E8C0B02-34DC-4E59-A9A8-82D7231B961D}" dt="2026-04-30T02:42:37.470" v="2744"/>
        <pc:sldMkLst>
          <pc:docMk/>
          <pc:sldMk cId="0" sldId="262"/>
        </pc:sldMkLst>
        <pc:spChg chg="mod">
          <ac:chgData name="Nicolas Jacobs" userId="2e86dc78-830e-4c88-bca3-b2ab4783df68" providerId="ADAL" clId="{8E8C0B02-34DC-4E59-A9A8-82D7231B961D}" dt="2026-04-29T20:45:59.157" v="2582" actId="207"/>
          <ac:spMkLst>
            <pc:docMk/>
            <pc:sldMk cId="0" sldId="262"/>
            <ac:spMk id="7" creationId="{00000000-0000-0000-0000-000000000000}"/>
          </ac:spMkLst>
        </pc:spChg>
        <pc:spChg chg="mod">
          <ac:chgData name="Nicolas Jacobs" userId="2e86dc78-830e-4c88-bca3-b2ab4783df68" providerId="ADAL" clId="{8E8C0B02-34DC-4E59-A9A8-82D7231B961D}" dt="2026-04-29T20:46:02.160" v="2583" actId="207"/>
          <ac:spMkLst>
            <pc:docMk/>
            <pc:sldMk cId="0" sldId="262"/>
            <ac:spMk id="9" creationId="{00000000-0000-0000-0000-000000000000}"/>
          </ac:spMkLst>
        </pc:spChg>
        <pc:spChg chg="add del mod">
          <ac:chgData name="Nicolas Jacobs" userId="2e86dc78-830e-4c88-bca3-b2ab4783df68" providerId="ADAL" clId="{8E8C0B02-34DC-4E59-A9A8-82D7231B961D}" dt="2026-04-29T14:44:34.346" v="2435" actId="478"/>
          <ac:spMkLst>
            <pc:docMk/>
            <pc:sldMk cId="0" sldId="262"/>
            <ac:spMk id="11" creationId="{C8203104-6DFC-351E-619E-710DEC782828}"/>
          </ac:spMkLst>
        </pc:spChg>
        <pc:spChg chg="add mod">
          <ac:chgData name="Nicolas Jacobs" userId="2e86dc78-830e-4c88-bca3-b2ab4783df68" providerId="ADAL" clId="{8E8C0B02-34DC-4E59-A9A8-82D7231B961D}" dt="2026-04-29T20:46:12.342" v="2586" actId="207"/>
          <ac:spMkLst>
            <pc:docMk/>
            <pc:sldMk cId="0" sldId="262"/>
            <ac:spMk id="13" creationId="{CB24FA67-A2EA-87A4-A31E-6E5E65CDA08C}"/>
          </ac:spMkLst>
        </pc:spChg>
        <pc:spChg chg="mod">
          <ac:chgData name="Nicolas Jacobs" userId="2e86dc78-830e-4c88-bca3-b2ab4783df68" providerId="ADAL" clId="{8E8C0B02-34DC-4E59-A9A8-82D7231B961D}" dt="2026-04-29T09:22:34.863" v="394" actId="1076"/>
          <ac:spMkLst>
            <pc:docMk/>
            <pc:sldMk cId="0" sldId="262"/>
            <ac:spMk id="22" creationId="{00000000-0000-0000-0000-000000000000}"/>
          </ac:spMkLst>
        </pc:spChg>
        <pc:spChg chg="mod">
          <ac:chgData name="Nicolas Jacobs" userId="2e86dc78-830e-4c88-bca3-b2ab4783df68" providerId="ADAL" clId="{8E8C0B02-34DC-4E59-A9A8-82D7231B961D}" dt="2026-04-29T09:22:41.864" v="395" actId="1076"/>
          <ac:spMkLst>
            <pc:docMk/>
            <pc:sldMk cId="0" sldId="262"/>
            <ac:spMk id="23" creationId="{00000000-0000-0000-0000-000000000000}"/>
          </ac:spMkLst>
        </pc:spChg>
        <pc:spChg chg="mod">
          <ac:chgData name="Nicolas Jacobs" userId="2e86dc78-830e-4c88-bca3-b2ab4783df68" providerId="ADAL" clId="{8E8C0B02-34DC-4E59-A9A8-82D7231B961D}" dt="2026-04-29T09:22:46.281" v="396" actId="1076"/>
          <ac:spMkLst>
            <pc:docMk/>
            <pc:sldMk cId="0" sldId="262"/>
            <ac:spMk id="24" creationId="{00000000-0000-0000-0000-000000000000}"/>
          </ac:spMkLst>
        </pc:spChg>
        <pc:spChg chg="mod">
          <ac:chgData name="Nicolas Jacobs" userId="2e86dc78-830e-4c88-bca3-b2ab4783df68" providerId="ADAL" clId="{8E8C0B02-34DC-4E59-A9A8-82D7231B961D}" dt="2026-04-29T09:23:29.992" v="402" actId="1036"/>
          <ac:spMkLst>
            <pc:docMk/>
            <pc:sldMk cId="0" sldId="262"/>
            <ac:spMk id="25" creationId="{00000000-0000-0000-0000-000000000000}"/>
          </ac:spMkLst>
        </pc:spChg>
        <pc:spChg chg="mod">
          <ac:chgData name="Nicolas Jacobs" userId="2e86dc78-830e-4c88-bca3-b2ab4783df68" providerId="ADAL" clId="{8E8C0B02-34DC-4E59-A9A8-82D7231B961D}" dt="2026-04-29T09:23:02.152" v="398" actId="1076"/>
          <ac:spMkLst>
            <pc:docMk/>
            <pc:sldMk cId="0" sldId="262"/>
            <ac:spMk id="26" creationId="{00000000-0000-0000-0000-000000000000}"/>
          </ac:spMkLst>
        </pc:spChg>
        <pc:spChg chg="mod">
          <ac:chgData name="Nicolas Jacobs" userId="2e86dc78-830e-4c88-bca3-b2ab4783df68" providerId="ADAL" clId="{8E8C0B02-34DC-4E59-A9A8-82D7231B961D}" dt="2026-04-29T09:23:19.418" v="401" actId="1036"/>
          <ac:spMkLst>
            <pc:docMk/>
            <pc:sldMk cId="0" sldId="262"/>
            <ac:spMk id="27" creationId="{00000000-0000-0000-0000-000000000000}"/>
          </ac:spMkLst>
        </pc:spChg>
        <pc:spChg chg="mod">
          <ac:chgData name="Nicolas Jacobs" userId="2e86dc78-830e-4c88-bca3-b2ab4783df68" providerId="ADAL" clId="{8E8C0B02-34DC-4E59-A9A8-82D7231B961D}" dt="2026-04-29T20:46:05.624" v="2584" actId="207"/>
          <ac:spMkLst>
            <pc:docMk/>
            <pc:sldMk cId="0" sldId="262"/>
            <ac:spMk id="28" creationId="{00000000-0000-0000-0000-000000000000}"/>
          </ac:spMkLst>
        </pc:spChg>
        <pc:spChg chg="mod">
          <ac:chgData name="Nicolas Jacobs" userId="2e86dc78-830e-4c88-bca3-b2ab4783df68" providerId="ADAL" clId="{8E8C0B02-34DC-4E59-A9A8-82D7231B961D}" dt="2026-04-29T09:24:12.046" v="406" actId="1076"/>
          <ac:spMkLst>
            <pc:docMk/>
            <pc:sldMk cId="0" sldId="262"/>
            <ac:spMk id="29" creationId="{00000000-0000-0000-0000-000000000000}"/>
          </ac:spMkLst>
        </pc:spChg>
        <pc:spChg chg="mod">
          <ac:chgData name="Nicolas Jacobs" userId="2e86dc78-830e-4c88-bca3-b2ab4783df68" providerId="ADAL" clId="{8E8C0B02-34DC-4E59-A9A8-82D7231B961D}" dt="2026-04-29T09:25:04.252" v="410" actId="14100"/>
          <ac:spMkLst>
            <pc:docMk/>
            <pc:sldMk cId="0" sldId="262"/>
            <ac:spMk id="30" creationId="{00000000-0000-0000-0000-000000000000}"/>
          </ac:spMkLst>
        </pc:spChg>
        <pc:spChg chg="mod">
          <ac:chgData name="Nicolas Jacobs" userId="2e86dc78-830e-4c88-bca3-b2ab4783df68" providerId="ADAL" clId="{8E8C0B02-34DC-4E59-A9A8-82D7231B961D}" dt="2026-04-29T09:21:59.224" v="393" actId="14100"/>
          <ac:spMkLst>
            <pc:docMk/>
            <pc:sldMk cId="0" sldId="262"/>
            <ac:spMk id="45" creationId="{00000000-0000-0000-0000-000000000000}"/>
          </ac:spMkLst>
        </pc:spChg>
        <pc:spChg chg="mod">
          <ac:chgData name="Nicolas Jacobs" userId="2e86dc78-830e-4c88-bca3-b2ab4783df68" providerId="ADAL" clId="{8E8C0B02-34DC-4E59-A9A8-82D7231B961D}" dt="2026-04-29T20:46:08.984" v="2585" actId="207"/>
          <ac:spMkLst>
            <pc:docMk/>
            <pc:sldMk cId="0" sldId="262"/>
            <ac:spMk id="47" creationId="{00000000-0000-0000-0000-000000000000}"/>
          </ac:spMkLst>
        </pc:spChg>
      </pc:sldChg>
      <pc:sldChg chg="addSp modSp mod setBg addAnim delAnim modAnim modNotesTx">
        <pc:chgData name="Nicolas Jacobs" userId="2e86dc78-830e-4c88-bca3-b2ab4783df68" providerId="ADAL" clId="{8E8C0B02-34DC-4E59-A9A8-82D7231B961D}" dt="2026-04-30T02:42:43.665" v="2745"/>
        <pc:sldMkLst>
          <pc:docMk/>
          <pc:sldMk cId="0" sldId="263"/>
        </pc:sldMkLst>
        <pc:spChg chg="add mod">
          <ac:chgData name="Nicolas Jacobs" userId="2e86dc78-830e-4c88-bca3-b2ab4783df68" providerId="ADAL" clId="{8E8C0B02-34DC-4E59-A9A8-82D7231B961D}" dt="2026-04-29T14:44:12.447" v="2434"/>
          <ac:spMkLst>
            <pc:docMk/>
            <pc:sldMk cId="0" sldId="263"/>
            <ac:spMk id="2" creationId="{B2669B9A-3FD7-5D07-B05B-8F9466363D31}"/>
          </ac:spMkLst>
        </pc:spChg>
        <pc:spChg chg="add mod">
          <ac:chgData name="Nicolas Jacobs" userId="2e86dc78-830e-4c88-bca3-b2ab4783df68" providerId="ADAL" clId="{8E8C0B02-34DC-4E59-A9A8-82D7231B961D}" dt="2026-04-29T20:47:17.924" v="2590" actId="207"/>
          <ac:spMkLst>
            <pc:docMk/>
            <pc:sldMk cId="0" sldId="263"/>
            <ac:spMk id="3" creationId="{7640FFE8-019D-47FC-3818-997A8905035B}"/>
          </ac:spMkLst>
        </pc:spChg>
        <pc:spChg chg="mod">
          <ac:chgData name="Nicolas Jacobs" userId="2e86dc78-830e-4c88-bca3-b2ab4783df68" providerId="ADAL" clId="{8E8C0B02-34DC-4E59-A9A8-82D7231B961D}" dt="2026-04-29T20:47:09.709" v="2588" actId="207"/>
          <ac:spMkLst>
            <pc:docMk/>
            <pc:sldMk cId="0" sldId="263"/>
            <ac:spMk id="7" creationId="{00000000-0000-0000-0000-000000000000}"/>
          </ac:spMkLst>
        </pc:spChg>
        <pc:spChg chg="mod">
          <ac:chgData name="Nicolas Jacobs" userId="2e86dc78-830e-4c88-bca3-b2ab4783df68" providerId="ADAL" clId="{8E8C0B02-34DC-4E59-A9A8-82D7231B961D}" dt="2026-04-29T20:47:13.028" v="2589" actId="207"/>
          <ac:spMkLst>
            <pc:docMk/>
            <pc:sldMk cId="0" sldId="263"/>
            <ac:spMk id="9" creationId="{00000000-0000-0000-0000-000000000000}"/>
          </ac:spMkLst>
        </pc:spChg>
        <pc:spChg chg="mod">
          <ac:chgData name="Nicolas Jacobs" userId="2e86dc78-830e-4c88-bca3-b2ab4783df68" providerId="ADAL" clId="{8E8C0B02-34DC-4E59-A9A8-82D7231B961D}" dt="2026-04-29T12:32:44.934" v="428" actId="14100"/>
          <ac:spMkLst>
            <pc:docMk/>
            <pc:sldMk cId="0" sldId="263"/>
            <ac:spMk id="32" creationId="{00000000-0000-0000-0000-000000000000}"/>
          </ac:spMkLst>
        </pc:spChg>
        <pc:spChg chg="mod">
          <ac:chgData name="Nicolas Jacobs" userId="2e86dc78-830e-4c88-bca3-b2ab4783df68" providerId="ADAL" clId="{8E8C0B02-34DC-4E59-A9A8-82D7231B961D}" dt="2026-04-29T12:33:01.544" v="433" actId="14100"/>
          <ac:spMkLst>
            <pc:docMk/>
            <pc:sldMk cId="0" sldId="263"/>
            <ac:spMk id="33" creationId="{00000000-0000-0000-0000-000000000000}"/>
          </ac:spMkLst>
        </pc:spChg>
        <pc:spChg chg="mod">
          <ac:chgData name="Nicolas Jacobs" userId="2e86dc78-830e-4c88-bca3-b2ab4783df68" providerId="ADAL" clId="{8E8C0B02-34DC-4E59-A9A8-82D7231B961D}" dt="2026-04-29T12:31:22.457" v="412" actId="14100"/>
          <ac:spMkLst>
            <pc:docMk/>
            <pc:sldMk cId="0" sldId="263"/>
            <ac:spMk id="36" creationId="{032AECA2-4704-BFD2-63F0-72B0E4CB5D7B}"/>
          </ac:spMkLst>
        </pc:spChg>
        <pc:spChg chg="mod">
          <ac:chgData name="Nicolas Jacobs" userId="2e86dc78-830e-4c88-bca3-b2ab4783df68" providerId="ADAL" clId="{8E8C0B02-34DC-4E59-A9A8-82D7231B961D}" dt="2026-04-29T12:31:27.653" v="414" actId="14100"/>
          <ac:spMkLst>
            <pc:docMk/>
            <pc:sldMk cId="0" sldId="263"/>
            <ac:spMk id="37" creationId="{9EBB5941-BB29-F904-F615-BF7A85FC59E2}"/>
          </ac:spMkLst>
        </pc:spChg>
        <pc:spChg chg="mod">
          <ac:chgData name="Nicolas Jacobs" userId="2e86dc78-830e-4c88-bca3-b2ab4783df68" providerId="ADAL" clId="{8E8C0B02-34DC-4E59-A9A8-82D7231B961D}" dt="2026-04-29T12:31:37.639" v="417" actId="14100"/>
          <ac:spMkLst>
            <pc:docMk/>
            <pc:sldMk cId="0" sldId="263"/>
            <ac:spMk id="38" creationId="{63606383-0957-5D6A-030E-C273662AF60B}"/>
          </ac:spMkLst>
        </pc:spChg>
        <pc:spChg chg="mod">
          <ac:chgData name="Nicolas Jacobs" userId="2e86dc78-830e-4c88-bca3-b2ab4783df68" providerId="ADAL" clId="{8E8C0B02-34DC-4E59-A9A8-82D7231B961D}" dt="2026-04-29T12:31:49.400" v="419" actId="14100"/>
          <ac:spMkLst>
            <pc:docMk/>
            <pc:sldMk cId="0" sldId="263"/>
            <ac:spMk id="39" creationId="{2607C0BA-1C36-3273-1F95-E1207A26174A}"/>
          </ac:spMkLst>
        </pc:spChg>
        <pc:spChg chg="mod">
          <ac:chgData name="Nicolas Jacobs" userId="2e86dc78-830e-4c88-bca3-b2ab4783df68" providerId="ADAL" clId="{8E8C0B02-34DC-4E59-A9A8-82D7231B961D}" dt="2026-04-29T12:31:54.754" v="421" actId="14100"/>
          <ac:spMkLst>
            <pc:docMk/>
            <pc:sldMk cId="0" sldId="263"/>
            <ac:spMk id="40" creationId="{91049A55-FE00-A969-1A14-D2EB284C1DDD}"/>
          </ac:spMkLst>
        </pc:spChg>
      </pc:sldChg>
      <pc:sldChg chg="addSp modSp mod setBg addAnim delAnim modAnim modNotesTx">
        <pc:chgData name="Nicolas Jacobs" userId="2e86dc78-830e-4c88-bca3-b2ab4783df68" providerId="ADAL" clId="{8E8C0B02-34DC-4E59-A9A8-82D7231B961D}" dt="2026-04-30T02:42:49.420" v="2746"/>
        <pc:sldMkLst>
          <pc:docMk/>
          <pc:sldMk cId="0" sldId="264"/>
        </pc:sldMkLst>
        <pc:spChg chg="add mod">
          <ac:chgData name="Nicolas Jacobs" userId="2e86dc78-830e-4c88-bca3-b2ab4783df68" providerId="ADAL" clId="{8E8C0B02-34DC-4E59-A9A8-82D7231B961D}" dt="2026-04-29T12:36:29.449" v="455" actId="1035"/>
          <ac:spMkLst>
            <pc:docMk/>
            <pc:sldMk cId="0" sldId="264"/>
            <ac:spMk id="2" creationId="{873DC7CF-2D66-7408-AEB6-979E4C10DC51}"/>
          </ac:spMkLst>
        </pc:spChg>
        <pc:spChg chg="add mod">
          <ac:chgData name="Nicolas Jacobs" userId="2e86dc78-830e-4c88-bca3-b2ab4783df68" providerId="ADAL" clId="{8E8C0B02-34DC-4E59-A9A8-82D7231B961D}" dt="2026-04-29T14:44:12.346" v="2431"/>
          <ac:spMkLst>
            <pc:docMk/>
            <pc:sldMk cId="0" sldId="264"/>
            <ac:spMk id="3" creationId="{DA8B858B-34B4-C6B3-8153-7275CC4D4994}"/>
          </ac:spMkLst>
        </pc:spChg>
        <pc:spChg chg="add mod">
          <ac:chgData name="Nicolas Jacobs" userId="2e86dc78-830e-4c88-bca3-b2ab4783df68" providerId="ADAL" clId="{8E8C0B02-34DC-4E59-A9A8-82D7231B961D}" dt="2026-04-29T20:48:07.242" v="2594" actId="207"/>
          <ac:spMkLst>
            <pc:docMk/>
            <pc:sldMk cId="0" sldId="264"/>
            <ac:spMk id="4" creationId="{686D1868-C9B4-62E5-E534-5801B65D8FD4}"/>
          </ac:spMkLst>
        </pc:spChg>
        <pc:spChg chg="mod">
          <ac:chgData name="Nicolas Jacobs" userId="2e86dc78-830e-4c88-bca3-b2ab4783df68" providerId="ADAL" clId="{8E8C0B02-34DC-4E59-A9A8-82D7231B961D}" dt="2026-04-29T20:47:59.355" v="2592" actId="207"/>
          <ac:spMkLst>
            <pc:docMk/>
            <pc:sldMk cId="0" sldId="264"/>
            <ac:spMk id="7" creationId="{00000000-0000-0000-0000-000000000000}"/>
          </ac:spMkLst>
        </pc:spChg>
        <pc:spChg chg="mod">
          <ac:chgData name="Nicolas Jacobs" userId="2e86dc78-830e-4c88-bca3-b2ab4783df68" providerId="ADAL" clId="{8E8C0B02-34DC-4E59-A9A8-82D7231B961D}" dt="2026-04-29T20:48:02.275" v="2593" actId="207"/>
          <ac:spMkLst>
            <pc:docMk/>
            <pc:sldMk cId="0" sldId="264"/>
            <ac:spMk id="9" creationId="{00000000-0000-0000-0000-000000000000}"/>
          </ac:spMkLst>
        </pc:spChg>
        <pc:spChg chg="mod ord">
          <ac:chgData name="Nicolas Jacobs" userId="2e86dc78-830e-4c88-bca3-b2ab4783df68" providerId="ADAL" clId="{8E8C0B02-34DC-4E59-A9A8-82D7231B961D}" dt="2026-04-29T12:36:34.346" v="460" actId="1035"/>
          <ac:spMkLst>
            <pc:docMk/>
            <pc:sldMk cId="0" sldId="264"/>
            <ac:spMk id="31" creationId="{00000000-0000-0000-0000-000000000000}"/>
          </ac:spMkLst>
        </pc:spChg>
      </pc:sldChg>
      <pc:sldChg chg="addSp modSp mod setBg addAnim delAnim modAnim modNotesTx">
        <pc:chgData name="Nicolas Jacobs" userId="2e86dc78-830e-4c88-bca3-b2ab4783df68" providerId="ADAL" clId="{8E8C0B02-34DC-4E59-A9A8-82D7231B961D}" dt="2026-04-30T02:42:54.744" v="2747"/>
        <pc:sldMkLst>
          <pc:docMk/>
          <pc:sldMk cId="0" sldId="265"/>
        </pc:sldMkLst>
        <pc:spChg chg="add mod">
          <ac:chgData name="Nicolas Jacobs" userId="2e86dc78-830e-4c88-bca3-b2ab4783df68" providerId="ADAL" clId="{8E8C0B02-34DC-4E59-A9A8-82D7231B961D}" dt="2026-04-29T14:44:12.283" v="2429"/>
          <ac:spMkLst>
            <pc:docMk/>
            <pc:sldMk cId="0" sldId="265"/>
            <ac:spMk id="2" creationId="{E82A9618-D51D-1A49-B8C6-5FD6F883FEB6}"/>
          </ac:spMkLst>
        </pc:spChg>
        <pc:spChg chg="add mod">
          <ac:chgData name="Nicolas Jacobs" userId="2e86dc78-830e-4c88-bca3-b2ab4783df68" providerId="ADAL" clId="{8E8C0B02-34DC-4E59-A9A8-82D7231B961D}" dt="2026-04-29T20:48:59.825" v="2598" actId="207"/>
          <ac:spMkLst>
            <pc:docMk/>
            <pc:sldMk cId="0" sldId="265"/>
            <ac:spMk id="3" creationId="{CB584A50-E0EE-BB3A-A63B-1ECC58FF0053}"/>
          </ac:spMkLst>
        </pc:spChg>
        <pc:spChg chg="mod">
          <ac:chgData name="Nicolas Jacobs" userId="2e86dc78-830e-4c88-bca3-b2ab4783df68" providerId="ADAL" clId="{8E8C0B02-34DC-4E59-A9A8-82D7231B961D}" dt="2026-04-29T20:48:53.339" v="2596" actId="207"/>
          <ac:spMkLst>
            <pc:docMk/>
            <pc:sldMk cId="0" sldId="265"/>
            <ac:spMk id="7" creationId="{00000000-0000-0000-0000-000000000000}"/>
          </ac:spMkLst>
        </pc:spChg>
        <pc:spChg chg="mod">
          <ac:chgData name="Nicolas Jacobs" userId="2e86dc78-830e-4c88-bca3-b2ab4783df68" providerId="ADAL" clId="{8E8C0B02-34DC-4E59-A9A8-82D7231B961D}" dt="2026-04-29T20:48:56.018" v="2597" actId="207"/>
          <ac:spMkLst>
            <pc:docMk/>
            <pc:sldMk cId="0" sldId="265"/>
            <ac:spMk id="9" creationId="{00000000-0000-0000-0000-000000000000}"/>
          </ac:spMkLst>
        </pc:spChg>
        <pc:spChg chg="mod">
          <ac:chgData name="Nicolas Jacobs" userId="2e86dc78-830e-4c88-bca3-b2ab4783df68" providerId="ADAL" clId="{8E8C0B02-34DC-4E59-A9A8-82D7231B961D}" dt="2026-04-29T12:42:27.430" v="620" actId="1036"/>
          <ac:spMkLst>
            <pc:docMk/>
            <pc:sldMk cId="0" sldId="265"/>
            <ac:spMk id="26" creationId="{00000000-0000-0000-0000-000000000000}"/>
          </ac:spMkLst>
        </pc:spChg>
        <pc:spChg chg="mod">
          <ac:chgData name="Nicolas Jacobs" userId="2e86dc78-830e-4c88-bca3-b2ab4783df68" providerId="ADAL" clId="{8E8C0B02-34DC-4E59-A9A8-82D7231B961D}" dt="2026-04-29T12:43:29.897" v="721" actId="14100"/>
          <ac:spMkLst>
            <pc:docMk/>
            <pc:sldMk cId="0" sldId="265"/>
            <ac:spMk id="27" creationId="{00000000-0000-0000-0000-000000000000}"/>
          </ac:spMkLst>
        </pc:spChg>
        <pc:spChg chg="mod">
          <ac:chgData name="Nicolas Jacobs" userId="2e86dc78-830e-4c88-bca3-b2ab4783df68" providerId="ADAL" clId="{8E8C0B02-34DC-4E59-A9A8-82D7231B961D}" dt="2026-04-29T12:42:39.886" v="640" actId="1036"/>
          <ac:spMkLst>
            <pc:docMk/>
            <pc:sldMk cId="0" sldId="265"/>
            <ac:spMk id="28" creationId="{00000000-0000-0000-0000-000000000000}"/>
          </ac:spMkLst>
        </pc:spChg>
        <pc:spChg chg="mod">
          <ac:chgData name="Nicolas Jacobs" userId="2e86dc78-830e-4c88-bca3-b2ab4783df68" providerId="ADAL" clId="{8E8C0B02-34DC-4E59-A9A8-82D7231B961D}" dt="2026-04-29T12:42:51.329" v="660" actId="1036"/>
          <ac:spMkLst>
            <pc:docMk/>
            <pc:sldMk cId="0" sldId="265"/>
            <ac:spMk id="29" creationId="{00000000-0000-0000-0000-000000000000}"/>
          </ac:spMkLst>
        </pc:spChg>
        <pc:spChg chg="mod">
          <ac:chgData name="Nicolas Jacobs" userId="2e86dc78-830e-4c88-bca3-b2ab4783df68" providerId="ADAL" clId="{8E8C0B02-34DC-4E59-A9A8-82D7231B961D}" dt="2026-04-29T12:43:40.368" v="724" actId="14100"/>
          <ac:spMkLst>
            <pc:docMk/>
            <pc:sldMk cId="0" sldId="265"/>
            <ac:spMk id="30" creationId="{00000000-0000-0000-0000-000000000000}"/>
          </ac:spMkLst>
        </pc:spChg>
        <pc:spChg chg="mod">
          <ac:chgData name="Nicolas Jacobs" userId="2e86dc78-830e-4c88-bca3-b2ab4783df68" providerId="ADAL" clId="{8E8C0B02-34DC-4E59-A9A8-82D7231B961D}" dt="2026-04-29T12:42:56.707" v="670" actId="1036"/>
          <ac:spMkLst>
            <pc:docMk/>
            <pc:sldMk cId="0" sldId="265"/>
            <ac:spMk id="31" creationId="{00000000-0000-0000-0000-000000000000}"/>
          </ac:spMkLst>
        </pc:spChg>
        <pc:spChg chg="mod">
          <ac:chgData name="Nicolas Jacobs" userId="2e86dc78-830e-4c88-bca3-b2ab4783df68" providerId="ADAL" clId="{8E8C0B02-34DC-4E59-A9A8-82D7231B961D}" dt="2026-04-29T12:43:02.159" v="680" actId="1036"/>
          <ac:spMkLst>
            <pc:docMk/>
            <pc:sldMk cId="0" sldId="265"/>
            <ac:spMk id="32" creationId="{00000000-0000-0000-0000-000000000000}"/>
          </ac:spMkLst>
        </pc:spChg>
        <pc:spChg chg="mod">
          <ac:chgData name="Nicolas Jacobs" userId="2e86dc78-830e-4c88-bca3-b2ab4783df68" providerId="ADAL" clId="{8E8C0B02-34DC-4E59-A9A8-82D7231B961D}" dt="2026-04-29T12:43:51.518" v="728" actId="14100"/>
          <ac:spMkLst>
            <pc:docMk/>
            <pc:sldMk cId="0" sldId="265"/>
            <ac:spMk id="33" creationId="{00000000-0000-0000-0000-000000000000}"/>
          </ac:spMkLst>
        </pc:spChg>
        <pc:spChg chg="mod">
          <ac:chgData name="Nicolas Jacobs" userId="2e86dc78-830e-4c88-bca3-b2ab4783df68" providerId="ADAL" clId="{8E8C0B02-34DC-4E59-A9A8-82D7231B961D}" dt="2026-04-29T12:43:13.890" v="700" actId="1036"/>
          <ac:spMkLst>
            <pc:docMk/>
            <pc:sldMk cId="0" sldId="265"/>
            <ac:spMk id="34" creationId="{00000000-0000-0000-0000-000000000000}"/>
          </ac:spMkLst>
        </pc:spChg>
        <pc:spChg chg="mod">
          <ac:chgData name="Nicolas Jacobs" userId="2e86dc78-830e-4c88-bca3-b2ab4783df68" providerId="ADAL" clId="{8E8C0B02-34DC-4E59-A9A8-82D7231B961D}" dt="2026-04-29T12:43:25.611" v="720" actId="1036"/>
          <ac:spMkLst>
            <pc:docMk/>
            <pc:sldMk cId="0" sldId="265"/>
            <ac:spMk id="35" creationId="{00000000-0000-0000-0000-000000000000}"/>
          </ac:spMkLst>
        </pc:spChg>
        <pc:spChg chg="mod">
          <ac:chgData name="Nicolas Jacobs" userId="2e86dc78-830e-4c88-bca3-b2ab4783df68" providerId="ADAL" clId="{8E8C0B02-34DC-4E59-A9A8-82D7231B961D}" dt="2026-04-29T12:44:03.010" v="732" actId="14100"/>
          <ac:spMkLst>
            <pc:docMk/>
            <pc:sldMk cId="0" sldId="265"/>
            <ac:spMk id="36" creationId="{00000000-0000-0000-0000-000000000000}"/>
          </ac:spMkLst>
        </pc:spChg>
        <pc:spChg chg="mod">
          <ac:chgData name="Nicolas Jacobs" userId="2e86dc78-830e-4c88-bca3-b2ab4783df68" providerId="ADAL" clId="{8E8C0B02-34DC-4E59-A9A8-82D7231B961D}" dt="2026-04-29T12:41:53.809" v="605" actId="14100"/>
          <ac:spMkLst>
            <pc:docMk/>
            <pc:sldMk cId="0" sldId="265"/>
            <ac:spMk id="37" creationId="{00000000-0000-0000-0000-000000000000}"/>
          </ac:spMkLst>
        </pc:spChg>
        <pc:spChg chg="mod">
          <ac:chgData name="Nicolas Jacobs" userId="2e86dc78-830e-4c88-bca3-b2ab4783df68" providerId="ADAL" clId="{8E8C0B02-34DC-4E59-A9A8-82D7231B961D}" dt="2026-04-29T12:42:14.975" v="610" actId="14100"/>
          <ac:spMkLst>
            <pc:docMk/>
            <pc:sldMk cId="0" sldId="265"/>
            <ac:spMk id="38" creationId="{00000000-0000-0000-0000-000000000000}"/>
          </ac:spMkLst>
        </pc:spChg>
        <pc:spChg chg="mod">
          <ac:chgData name="Nicolas Jacobs" userId="2e86dc78-830e-4c88-bca3-b2ab4783df68" providerId="ADAL" clId="{8E8C0B02-34DC-4E59-A9A8-82D7231B961D}" dt="2026-04-29T12:38:23.961" v="475" actId="242"/>
          <ac:spMkLst>
            <pc:docMk/>
            <pc:sldMk cId="0" sldId="265"/>
            <ac:spMk id="44" creationId="{921BCF68-37E1-ACBA-A493-20347766B96B}"/>
          </ac:spMkLst>
        </pc:spChg>
        <pc:spChg chg="mod">
          <ac:chgData name="Nicolas Jacobs" userId="2e86dc78-830e-4c88-bca3-b2ab4783df68" providerId="ADAL" clId="{8E8C0B02-34DC-4E59-A9A8-82D7231B961D}" dt="2026-04-29T12:37:17.966" v="464" actId="14100"/>
          <ac:spMkLst>
            <pc:docMk/>
            <pc:sldMk cId="0" sldId="265"/>
            <ac:spMk id="49" creationId="{52108B47-6D70-201D-806B-26356EAAA735}"/>
          </ac:spMkLst>
        </pc:spChg>
        <pc:spChg chg="mod">
          <ac:chgData name="Nicolas Jacobs" userId="2e86dc78-830e-4c88-bca3-b2ab4783df68" providerId="ADAL" clId="{8E8C0B02-34DC-4E59-A9A8-82D7231B961D}" dt="2026-04-29T12:37:34.245" v="467" actId="14100"/>
          <ac:spMkLst>
            <pc:docMk/>
            <pc:sldMk cId="0" sldId="265"/>
            <ac:spMk id="50" creationId="{1CA521F7-4B10-5E90-E37A-DE235540BE20}"/>
          </ac:spMkLst>
        </pc:spChg>
        <pc:spChg chg="mod">
          <ac:chgData name="Nicolas Jacobs" userId="2e86dc78-830e-4c88-bca3-b2ab4783df68" providerId="ADAL" clId="{8E8C0B02-34DC-4E59-A9A8-82D7231B961D}" dt="2026-04-29T12:37:46.066" v="469" actId="14100"/>
          <ac:spMkLst>
            <pc:docMk/>
            <pc:sldMk cId="0" sldId="265"/>
            <ac:spMk id="51" creationId="{B0E2C67A-7642-1286-0603-1B445850E1E1}"/>
          </ac:spMkLst>
        </pc:spChg>
        <pc:spChg chg="mod">
          <ac:chgData name="Nicolas Jacobs" userId="2e86dc78-830e-4c88-bca3-b2ab4783df68" providerId="ADAL" clId="{8E8C0B02-34DC-4E59-A9A8-82D7231B961D}" dt="2026-04-29T12:38:03.053" v="472" actId="14100"/>
          <ac:spMkLst>
            <pc:docMk/>
            <pc:sldMk cId="0" sldId="265"/>
            <ac:spMk id="52" creationId="{5BB78928-4A54-CF34-B056-4171869BED2D}"/>
          </ac:spMkLst>
        </pc:spChg>
        <pc:spChg chg="mod">
          <ac:chgData name="Nicolas Jacobs" userId="2e86dc78-830e-4c88-bca3-b2ab4783df68" providerId="ADAL" clId="{8E8C0B02-34DC-4E59-A9A8-82D7231B961D}" dt="2026-04-29T12:38:17.652" v="474" actId="14100"/>
          <ac:spMkLst>
            <pc:docMk/>
            <pc:sldMk cId="0" sldId="265"/>
            <ac:spMk id="53" creationId="{4B12CEA9-4A8A-8708-2C6C-B95A56A69C94}"/>
          </ac:spMkLst>
        </pc:spChg>
        <pc:spChg chg="mod">
          <ac:chgData name="Nicolas Jacobs" userId="2e86dc78-830e-4c88-bca3-b2ab4783df68" providerId="ADAL" clId="{8E8C0B02-34DC-4E59-A9A8-82D7231B961D}" dt="2026-04-29T12:38:35.465" v="477" actId="14100"/>
          <ac:spMkLst>
            <pc:docMk/>
            <pc:sldMk cId="0" sldId="265"/>
            <ac:spMk id="54" creationId="{795BA792-E764-6A9B-1E79-69EF30A77282}"/>
          </ac:spMkLst>
        </pc:spChg>
        <pc:spChg chg="mod">
          <ac:chgData name="Nicolas Jacobs" userId="2e86dc78-830e-4c88-bca3-b2ab4783df68" providerId="ADAL" clId="{8E8C0B02-34DC-4E59-A9A8-82D7231B961D}" dt="2026-04-29T12:38:51.542" v="480" actId="14100"/>
          <ac:spMkLst>
            <pc:docMk/>
            <pc:sldMk cId="0" sldId="265"/>
            <ac:spMk id="55" creationId="{7F25ACDA-9841-A33D-3F1A-93096B82EABB}"/>
          </ac:spMkLst>
        </pc:spChg>
        <pc:spChg chg="mod">
          <ac:chgData name="Nicolas Jacobs" userId="2e86dc78-830e-4c88-bca3-b2ab4783df68" providerId="ADAL" clId="{8E8C0B02-34DC-4E59-A9A8-82D7231B961D}" dt="2026-04-29T12:39:07.833" v="482" actId="14100"/>
          <ac:spMkLst>
            <pc:docMk/>
            <pc:sldMk cId="0" sldId="265"/>
            <ac:spMk id="56" creationId="{55248B00-FD6A-1971-0DEE-C03DDB461ACA}"/>
          </ac:spMkLst>
        </pc:spChg>
      </pc:sldChg>
      <pc:sldChg chg="addSp modSp mod setBg addAnim delAnim modAnim modNotesTx">
        <pc:chgData name="Nicolas Jacobs" userId="2e86dc78-830e-4c88-bca3-b2ab4783df68" providerId="ADAL" clId="{8E8C0B02-34DC-4E59-A9A8-82D7231B961D}" dt="2026-04-30T02:43:01.203" v="2748"/>
        <pc:sldMkLst>
          <pc:docMk/>
          <pc:sldMk cId="0" sldId="266"/>
        </pc:sldMkLst>
        <pc:spChg chg="add mod">
          <ac:chgData name="Nicolas Jacobs" userId="2e86dc78-830e-4c88-bca3-b2ab4783df68" providerId="ADAL" clId="{8E8C0B02-34DC-4E59-A9A8-82D7231B961D}" dt="2026-04-29T14:44:12.210" v="2427"/>
          <ac:spMkLst>
            <pc:docMk/>
            <pc:sldMk cId="0" sldId="266"/>
            <ac:spMk id="2" creationId="{E4B4797A-45B6-7607-A184-F0060585B4B5}"/>
          </ac:spMkLst>
        </pc:spChg>
        <pc:spChg chg="add mod">
          <ac:chgData name="Nicolas Jacobs" userId="2e86dc78-830e-4c88-bca3-b2ab4783df68" providerId="ADAL" clId="{8E8C0B02-34DC-4E59-A9A8-82D7231B961D}" dt="2026-04-29T20:49:48.783" v="2602" actId="207"/>
          <ac:spMkLst>
            <pc:docMk/>
            <pc:sldMk cId="0" sldId="266"/>
            <ac:spMk id="3" creationId="{00603D89-27BA-825B-64E5-300DA76EC777}"/>
          </ac:spMkLst>
        </pc:spChg>
        <pc:spChg chg="mod">
          <ac:chgData name="Nicolas Jacobs" userId="2e86dc78-830e-4c88-bca3-b2ab4783df68" providerId="ADAL" clId="{8E8C0B02-34DC-4E59-A9A8-82D7231B961D}" dt="2026-04-29T20:49:42.483" v="2600" actId="207"/>
          <ac:spMkLst>
            <pc:docMk/>
            <pc:sldMk cId="0" sldId="266"/>
            <ac:spMk id="7" creationId="{00000000-0000-0000-0000-000000000000}"/>
          </ac:spMkLst>
        </pc:spChg>
        <pc:spChg chg="mod">
          <ac:chgData name="Nicolas Jacobs" userId="2e86dc78-830e-4c88-bca3-b2ab4783df68" providerId="ADAL" clId="{8E8C0B02-34DC-4E59-A9A8-82D7231B961D}" dt="2026-04-29T20:49:45.327" v="2601" actId="207"/>
          <ac:spMkLst>
            <pc:docMk/>
            <pc:sldMk cId="0" sldId="266"/>
            <ac:spMk id="9" creationId="{00000000-0000-0000-0000-000000000000}"/>
          </ac:spMkLst>
        </pc:spChg>
        <pc:spChg chg="mod">
          <ac:chgData name="Nicolas Jacobs" userId="2e86dc78-830e-4c88-bca3-b2ab4783df68" providerId="ADAL" clId="{8E8C0B02-34DC-4E59-A9A8-82D7231B961D}" dt="2026-04-29T12:53:25.984" v="873" actId="1036"/>
          <ac:spMkLst>
            <pc:docMk/>
            <pc:sldMk cId="0" sldId="266"/>
            <ac:spMk id="10" creationId="{00000000-0000-0000-0000-000000000000}"/>
          </ac:spMkLst>
        </pc:spChg>
        <pc:spChg chg="mod">
          <ac:chgData name="Nicolas Jacobs" userId="2e86dc78-830e-4c88-bca3-b2ab4783df68" providerId="ADAL" clId="{8E8C0B02-34DC-4E59-A9A8-82D7231B961D}" dt="2026-04-29T12:53:33.797" v="884" actId="1036"/>
          <ac:spMkLst>
            <pc:docMk/>
            <pc:sldMk cId="0" sldId="266"/>
            <ac:spMk id="11" creationId="{00000000-0000-0000-0000-000000000000}"/>
          </ac:spMkLst>
        </pc:spChg>
        <pc:spChg chg="mod">
          <ac:chgData name="Nicolas Jacobs" userId="2e86dc78-830e-4c88-bca3-b2ab4783df68" providerId="ADAL" clId="{8E8C0B02-34DC-4E59-A9A8-82D7231B961D}" dt="2026-04-29T12:53:40.483" v="894" actId="1036"/>
          <ac:spMkLst>
            <pc:docMk/>
            <pc:sldMk cId="0" sldId="266"/>
            <ac:spMk id="12" creationId="{00000000-0000-0000-0000-000000000000}"/>
          </ac:spMkLst>
        </pc:spChg>
        <pc:spChg chg="mod">
          <ac:chgData name="Nicolas Jacobs" userId="2e86dc78-830e-4c88-bca3-b2ab4783df68" providerId="ADAL" clId="{8E8C0B02-34DC-4E59-A9A8-82D7231B961D}" dt="2026-04-29T12:53:46.755" v="904" actId="1036"/>
          <ac:spMkLst>
            <pc:docMk/>
            <pc:sldMk cId="0" sldId="266"/>
            <ac:spMk id="13" creationId="{00000000-0000-0000-0000-000000000000}"/>
          </ac:spMkLst>
        </pc:spChg>
        <pc:spChg chg="mod">
          <ac:chgData name="Nicolas Jacobs" userId="2e86dc78-830e-4c88-bca3-b2ab4783df68" providerId="ADAL" clId="{8E8C0B02-34DC-4E59-A9A8-82D7231B961D}" dt="2026-04-29T12:53:53.694" v="914" actId="1036"/>
          <ac:spMkLst>
            <pc:docMk/>
            <pc:sldMk cId="0" sldId="266"/>
            <ac:spMk id="14" creationId="{00000000-0000-0000-0000-000000000000}"/>
          </ac:spMkLst>
        </pc:spChg>
        <pc:spChg chg="mod">
          <ac:chgData name="Nicolas Jacobs" userId="2e86dc78-830e-4c88-bca3-b2ab4783df68" providerId="ADAL" clId="{8E8C0B02-34DC-4E59-A9A8-82D7231B961D}" dt="2026-04-29T12:53:07.354" v="861" actId="1036"/>
          <ac:spMkLst>
            <pc:docMk/>
            <pc:sldMk cId="0" sldId="266"/>
            <ac:spMk id="15" creationId="{00000000-0000-0000-0000-000000000000}"/>
          </ac:spMkLst>
        </pc:spChg>
        <pc:spChg chg="mod">
          <ac:chgData name="Nicolas Jacobs" userId="2e86dc78-830e-4c88-bca3-b2ab4783df68" providerId="ADAL" clId="{8E8C0B02-34DC-4E59-A9A8-82D7231B961D}" dt="2026-04-29T12:53:17.730" v="863" actId="14100"/>
          <ac:spMkLst>
            <pc:docMk/>
            <pc:sldMk cId="0" sldId="266"/>
            <ac:spMk id="16" creationId="{00000000-0000-0000-0000-000000000000}"/>
          </ac:spMkLst>
        </pc:spChg>
        <pc:spChg chg="mod">
          <ac:chgData name="Nicolas Jacobs" userId="2e86dc78-830e-4c88-bca3-b2ab4783df68" providerId="ADAL" clId="{8E8C0B02-34DC-4E59-A9A8-82D7231B961D}" dt="2026-04-29T12:52:37.470" v="830" actId="1036"/>
          <ac:spMkLst>
            <pc:docMk/>
            <pc:sldMk cId="0" sldId="266"/>
            <ac:spMk id="17" creationId="{00000000-0000-0000-0000-000000000000}"/>
          </ac:spMkLst>
        </pc:spChg>
        <pc:spChg chg="mod">
          <ac:chgData name="Nicolas Jacobs" userId="2e86dc78-830e-4c88-bca3-b2ab4783df68" providerId="ADAL" clId="{8E8C0B02-34DC-4E59-A9A8-82D7231B961D}" dt="2026-04-29T12:52:45.040" v="840" actId="1036"/>
          <ac:spMkLst>
            <pc:docMk/>
            <pc:sldMk cId="0" sldId="266"/>
            <ac:spMk id="18" creationId="{00000000-0000-0000-0000-000000000000}"/>
          </ac:spMkLst>
        </pc:spChg>
        <pc:spChg chg="mod">
          <ac:chgData name="Nicolas Jacobs" userId="2e86dc78-830e-4c88-bca3-b2ab4783df68" providerId="ADAL" clId="{8E8C0B02-34DC-4E59-A9A8-82D7231B961D}" dt="2026-04-29T12:52:22.721" v="810" actId="1036"/>
          <ac:spMkLst>
            <pc:docMk/>
            <pc:sldMk cId="0" sldId="266"/>
            <ac:spMk id="19" creationId="{00000000-0000-0000-0000-000000000000}"/>
          </ac:spMkLst>
        </pc:spChg>
        <pc:spChg chg="mod">
          <ac:chgData name="Nicolas Jacobs" userId="2e86dc78-830e-4c88-bca3-b2ab4783df68" providerId="ADAL" clId="{8E8C0B02-34DC-4E59-A9A8-82D7231B961D}" dt="2026-04-29T12:52:31.154" v="820" actId="1036"/>
          <ac:spMkLst>
            <pc:docMk/>
            <pc:sldMk cId="0" sldId="266"/>
            <ac:spMk id="20" creationId="{00000000-0000-0000-0000-000000000000}"/>
          </ac:spMkLst>
        </pc:spChg>
        <pc:spChg chg="mod">
          <ac:chgData name="Nicolas Jacobs" userId="2e86dc78-830e-4c88-bca3-b2ab4783df68" providerId="ADAL" clId="{8E8C0B02-34DC-4E59-A9A8-82D7231B961D}" dt="2026-04-29T12:54:24.309" v="964" actId="1036"/>
          <ac:spMkLst>
            <pc:docMk/>
            <pc:sldMk cId="0" sldId="266"/>
            <ac:spMk id="21" creationId="{00000000-0000-0000-0000-000000000000}"/>
          </ac:spMkLst>
        </pc:spChg>
        <pc:spChg chg="mod">
          <ac:chgData name="Nicolas Jacobs" userId="2e86dc78-830e-4c88-bca3-b2ab4783df68" providerId="ADAL" clId="{8E8C0B02-34DC-4E59-A9A8-82D7231B961D}" dt="2026-04-29T12:54:32.205" v="975" actId="1036"/>
          <ac:spMkLst>
            <pc:docMk/>
            <pc:sldMk cId="0" sldId="266"/>
            <ac:spMk id="22" creationId="{00000000-0000-0000-0000-000000000000}"/>
          </ac:spMkLst>
        </pc:spChg>
        <pc:spChg chg="mod">
          <ac:chgData name="Nicolas Jacobs" userId="2e86dc78-830e-4c88-bca3-b2ab4783df68" providerId="ADAL" clId="{8E8C0B02-34DC-4E59-A9A8-82D7231B961D}" dt="2026-04-29T12:54:11.953" v="944" actId="1036"/>
          <ac:spMkLst>
            <pc:docMk/>
            <pc:sldMk cId="0" sldId="266"/>
            <ac:spMk id="23" creationId="{00000000-0000-0000-0000-000000000000}"/>
          </ac:spMkLst>
        </pc:spChg>
        <pc:spChg chg="mod">
          <ac:chgData name="Nicolas Jacobs" userId="2e86dc78-830e-4c88-bca3-b2ab4783df68" providerId="ADAL" clId="{8E8C0B02-34DC-4E59-A9A8-82D7231B961D}" dt="2026-04-29T12:54:18.594" v="954" actId="1036"/>
          <ac:spMkLst>
            <pc:docMk/>
            <pc:sldMk cId="0" sldId="266"/>
            <ac:spMk id="24" creationId="{00000000-0000-0000-0000-000000000000}"/>
          </ac:spMkLst>
        </pc:spChg>
        <pc:spChg chg="mod">
          <ac:chgData name="Nicolas Jacobs" userId="2e86dc78-830e-4c88-bca3-b2ab4783df68" providerId="ADAL" clId="{8E8C0B02-34DC-4E59-A9A8-82D7231B961D}" dt="2026-04-29T12:53:59.758" v="924" actId="1036"/>
          <ac:spMkLst>
            <pc:docMk/>
            <pc:sldMk cId="0" sldId="266"/>
            <ac:spMk id="25" creationId="{00000000-0000-0000-0000-000000000000}"/>
          </ac:spMkLst>
        </pc:spChg>
        <pc:spChg chg="mod">
          <ac:chgData name="Nicolas Jacobs" userId="2e86dc78-830e-4c88-bca3-b2ab4783df68" providerId="ADAL" clId="{8E8C0B02-34DC-4E59-A9A8-82D7231B961D}" dt="2026-04-29T12:54:06.436" v="934" actId="1036"/>
          <ac:spMkLst>
            <pc:docMk/>
            <pc:sldMk cId="0" sldId="266"/>
            <ac:spMk id="26" creationId="{00000000-0000-0000-0000-000000000000}"/>
          </ac:spMkLst>
        </pc:spChg>
      </pc:sldChg>
      <pc:sldChg chg="addSp modSp mod setBg addAnim delAnim modAnim modNotesTx">
        <pc:chgData name="Nicolas Jacobs" userId="2e86dc78-830e-4c88-bca3-b2ab4783df68" providerId="ADAL" clId="{8E8C0B02-34DC-4E59-A9A8-82D7231B961D}" dt="2026-04-30T02:43:07.500" v="2749"/>
        <pc:sldMkLst>
          <pc:docMk/>
          <pc:sldMk cId="0" sldId="267"/>
        </pc:sldMkLst>
        <pc:spChg chg="add mod">
          <ac:chgData name="Nicolas Jacobs" userId="2e86dc78-830e-4c88-bca3-b2ab4783df68" providerId="ADAL" clId="{8E8C0B02-34DC-4E59-A9A8-82D7231B961D}" dt="2026-04-29T14:44:12.145" v="2425"/>
          <ac:spMkLst>
            <pc:docMk/>
            <pc:sldMk cId="0" sldId="267"/>
            <ac:spMk id="2" creationId="{A7F279F8-D872-42F8-EE31-6992173A5B98}"/>
          </ac:spMkLst>
        </pc:spChg>
        <pc:spChg chg="add mod">
          <ac:chgData name="Nicolas Jacobs" userId="2e86dc78-830e-4c88-bca3-b2ab4783df68" providerId="ADAL" clId="{8E8C0B02-34DC-4E59-A9A8-82D7231B961D}" dt="2026-04-29T20:50:57.183" v="2608" actId="207"/>
          <ac:spMkLst>
            <pc:docMk/>
            <pc:sldMk cId="0" sldId="267"/>
            <ac:spMk id="3" creationId="{907758FA-E7A2-E452-251A-E0A08155D57D}"/>
          </ac:spMkLst>
        </pc:spChg>
        <pc:spChg chg="mod">
          <ac:chgData name="Nicolas Jacobs" userId="2e86dc78-830e-4c88-bca3-b2ab4783df68" providerId="ADAL" clId="{8E8C0B02-34DC-4E59-A9A8-82D7231B961D}" dt="2026-04-29T20:50:43.254" v="2604" actId="207"/>
          <ac:spMkLst>
            <pc:docMk/>
            <pc:sldMk cId="0" sldId="267"/>
            <ac:spMk id="7" creationId="{00000000-0000-0000-0000-000000000000}"/>
          </ac:spMkLst>
        </pc:spChg>
        <pc:spChg chg="mod">
          <ac:chgData name="Nicolas Jacobs" userId="2e86dc78-830e-4c88-bca3-b2ab4783df68" providerId="ADAL" clId="{8E8C0B02-34DC-4E59-A9A8-82D7231B961D}" dt="2026-04-29T20:50:46.476" v="2605" actId="207"/>
          <ac:spMkLst>
            <pc:docMk/>
            <pc:sldMk cId="0" sldId="267"/>
            <ac:spMk id="9" creationId="{00000000-0000-0000-0000-000000000000}"/>
          </ac:spMkLst>
        </pc:spChg>
        <pc:spChg chg="mod">
          <ac:chgData name="Nicolas Jacobs" userId="2e86dc78-830e-4c88-bca3-b2ab4783df68" providerId="ADAL" clId="{8E8C0B02-34DC-4E59-A9A8-82D7231B961D}" dt="2026-04-29T13:02:37.859" v="1083" actId="255"/>
          <ac:spMkLst>
            <pc:docMk/>
            <pc:sldMk cId="0" sldId="267"/>
            <ac:spMk id="10" creationId="{00000000-0000-0000-0000-000000000000}"/>
          </ac:spMkLst>
        </pc:spChg>
        <pc:spChg chg="mod">
          <ac:chgData name="Nicolas Jacobs" userId="2e86dc78-830e-4c88-bca3-b2ab4783df68" providerId="ADAL" clId="{8E8C0B02-34DC-4E59-A9A8-82D7231B961D}" dt="2026-04-29T20:50:49.063" v="2606" actId="207"/>
          <ac:spMkLst>
            <pc:docMk/>
            <pc:sldMk cId="0" sldId="267"/>
            <ac:spMk id="11" creationId="{00000000-0000-0000-0000-000000000000}"/>
          </ac:spMkLst>
        </pc:spChg>
        <pc:spChg chg="mod ord">
          <ac:chgData name="Nicolas Jacobs" userId="2e86dc78-830e-4c88-bca3-b2ab4783df68" providerId="ADAL" clId="{8E8C0B02-34DC-4E59-A9A8-82D7231B961D}" dt="2026-04-29T13:03:15.863" v="1085" actId="242"/>
          <ac:spMkLst>
            <pc:docMk/>
            <pc:sldMk cId="0" sldId="267"/>
            <ac:spMk id="12" creationId="{00000000-0000-0000-0000-000000000000}"/>
          </ac:spMkLst>
        </pc:spChg>
        <pc:spChg chg="mod ord">
          <ac:chgData name="Nicolas Jacobs" userId="2e86dc78-830e-4c88-bca3-b2ab4783df68" providerId="ADAL" clId="{8E8C0B02-34DC-4E59-A9A8-82D7231B961D}" dt="2026-04-29T12:59:18.389" v="1035" actId="14100"/>
          <ac:spMkLst>
            <pc:docMk/>
            <pc:sldMk cId="0" sldId="267"/>
            <ac:spMk id="13" creationId="{00000000-0000-0000-0000-000000000000}"/>
          </ac:spMkLst>
        </pc:spChg>
        <pc:spChg chg="mod ord">
          <ac:chgData name="Nicolas Jacobs" userId="2e86dc78-830e-4c88-bca3-b2ab4783df68" providerId="ADAL" clId="{8E8C0B02-34DC-4E59-A9A8-82D7231B961D}" dt="2026-04-29T13:03:18.957" v="1086" actId="242"/>
          <ac:spMkLst>
            <pc:docMk/>
            <pc:sldMk cId="0" sldId="267"/>
            <ac:spMk id="14" creationId="{00000000-0000-0000-0000-000000000000}"/>
          </ac:spMkLst>
        </pc:spChg>
        <pc:spChg chg="mod ord">
          <ac:chgData name="Nicolas Jacobs" userId="2e86dc78-830e-4c88-bca3-b2ab4783df68" providerId="ADAL" clId="{8E8C0B02-34DC-4E59-A9A8-82D7231B961D}" dt="2026-04-29T12:56:43.344" v="1002" actId="14100"/>
          <ac:spMkLst>
            <pc:docMk/>
            <pc:sldMk cId="0" sldId="267"/>
            <ac:spMk id="15" creationId="{00000000-0000-0000-0000-000000000000}"/>
          </ac:spMkLst>
        </pc:spChg>
        <pc:spChg chg="mod">
          <ac:chgData name="Nicolas Jacobs" userId="2e86dc78-830e-4c88-bca3-b2ab4783df68" providerId="ADAL" clId="{8E8C0B02-34DC-4E59-A9A8-82D7231B961D}" dt="2026-04-29T13:03:26.326" v="1087" actId="242"/>
          <ac:spMkLst>
            <pc:docMk/>
            <pc:sldMk cId="0" sldId="267"/>
            <ac:spMk id="16" creationId="{00000000-0000-0000-0000-000000000000}"/>
          </ac:spMkLst>
        </pc:spChg>
        <pc:spChg chg="mod">
          <ac:chgData name="Nicolas Jacobs" userId="2e86dc78-830e-4c88-bca3-b2ab4783df68" providerId="ADAL" clId="{8E8C0B02-34DC-4E59-A9A8-82D7231B961D}" dt="2026-04-29T12:55:21.920" v="984" actId="14100"/>
          <ac:spMkLst>
            <pc:docMk/>
            <pc:sldMk cId="0" sldId="267"/>
            <ac:spMk id="17" creationId="{00000000-0000-0000-0000-000000000000}"/>
          </ac:spMkLst>
        </pc:spChg>
        <pc:spChg chg="mod ord">
          <ac:chgData name="Nicolas Jacobs" userId="2e86dc78-830e-4c88-bca3-b2ab4783df68" providerId="ADAL" clId="{8E8C0B02-34DC-4E59-A9A8-82D7231B961D}" dt="2026-04-29T13:03:30.736" v="1088" actId="242"/>
          <ac:spMkLst>
            <pc:docMk/>
            <pc:sldMk cId="0" sldId="267"/>
            <ac:spMk id="18" creationId="{00000000-0000-0000-0000-000000000000}"/>
          </ac:spMkLst>
        </pc:spChg>
        <pc:spChg chg="mod ord">
          <ac:chgData name="Nicolas Jacobs" userId="2e86dc78-830e-4c88-bca3-b2ab4783df68" providerId="ADAL" clId="{8E8C0B02-34DC-4E59-A9A8-82D7231B961D}" dt="2026-04-29T13:00:28.091" v="1055" actId="14100"/>
          <ac:spMkLst>
            <pc:docMk/>
            <pc:sldMk cId="0" sldId="267"/>
            <ac:spMk id="19" creationId="{00000000-0000-0000-0000-000000000000}"/>
          </ac:spMkLst>
        </pc:spChg>
        <pc:spChg chg="mod ord">
          <ac:chgData name="Nicolas Jacobs" userId="2e86dc78-830e-4c88-bca3-b2ab4783df68" providerId="ADAL" clId="{8E8C0B02-34DC-4E59-A9A8-82D7231B961D}" dt="2026-04-29T13:01:05.966" v="1065" actId="1076"/>
          <ac:spMkLst>
            <pc:docMk/>
            <pc:sldMk cId="0" sldId="267"/>
            <ac:spMk id="20" creationId="{00000000-0000-0000-0000-000000000000}"/>
          </ac:spMkLst>
        </pc:spChg>
        <pc:spChg chg="mod ord">
          <ac:chgData name="Nicolas Jacobs" userId="2e86dc78-830e-4c88-bca3-b2ab4783df68" providerId="ADAL" clId="{8E8C0B02-34DC-4E59-A9A8-82D7231B961D}" dt="2026-04-29T13:01:36.349" v="1073" actId="14100"/>
          <ac:spMkLst>
            <pc:docMk/>
            <pc:sldMk cId="0" sldId="267"/>
            <ac:spMk id="21" creationId="{00000000-0000-0000-0000-000000000000}"/>
          </ac:spMkLst>
        </pc:spChg>
        <pc:spChg chg="mod ord">
          <ac:chgData name="Nicolas Jacobs" userId="2e86dc78-830e-4c88-bca3-b2ab4783df68" providerId="ADAL" clId="{8E8C0B02-34DC-4E59-A9A8-82D7231B961D}" dt="2026-04-29T20:50:52.905" v="2607" actId="207"/>
          <ac:spMkLst>
            <pc:docMk/>
            <pc:sldMk cId="0" sldId="267"/>
            <ac:spMk id="22" creationId="{00000000-0000-0000-0000-000000000000}"/>
          </ac:spMkLst>
        </pc:spChg>
      </pc:sldChg>
      <pc:sldChg chg="addSp modSp mod setBg addAnim delAnim modAnim modNotesTx">
        <pc:chgData name="Nicolas Jacobs" userId="2e86dc78-830e-4c88-bca3-b2ab4783df68" providerId="ADAL" clId="{8E8C0B02-34DC-4E59-A9A8-82D7231B961D}" dt="2026-04-30T02:43:11.988" v="2750"/>
        <pc:sldMkLst>
          <pc:docMk/>
          <pc:sldMk cId="0" sldId="268"/>
        </pc:sldMkLst>
        <pc:spChg chg="add mod">
          <ac:chgData name="Nicolas Jacobs" userId="2e86dc78-830e-4c88-bca3-b2ab4783df68" providerId="ADAL" clId="{8E8C0B02-34DC-4E59-A9A8-82D7231B961D}" dt="2026-04-29T14:44:12.082" v="2423"/>
          <ac:spMkLst>
            <pc:docMk/>
            <pc:sldMk cId="0" sldId="268"/>
            <ac:spMk id="3" creationId="{AF6F8DAA-B35A-7E45-718A-32D5F1EB999B}"/>
          </ac:spMkLst>
        </pc:spChg>
        <pc:spChg chg="add mod">
          <ac:chgData name="Nicolas Jacobs" userId="2e86dc78-830e-4c88-bca3-b2ab4783df68" providerId="ADAL" clId="{8E8C0B02-34DC-4E59-A9A8-82D7231B961D}" dt="2026-04-29T20:51:30.921" v="2613" actId="207"/>
          <ac:spMkLst>
            <pc:docMk/>
            <pc:sldMk cId="0" sldId="268"/>
            <ac:spMk id="4" creationId="{AB72CF63-BAEC-311B-8D34-60248289BCF7}"/>
          </ac:spMkLst>
        </pc:spChg>
        <pc:spChg chg="mod">
          <ac:chgData name="Nicolas Jacobs" userId="2e86dc78-830e-4c88-bca3-b2ab4783df68" providerId="ADAL" clId="{8E8C0B02-34DC-4E59-A9A8-82D7231B961D}" dt="2026-04-29T20:51:24.525" v="2611" actId="207"/>
          <ac:spMkLst>
            <pc:docMk/>
            <pc:sldMk cId="0" sldId="268"/>
            <ac:spMk id="7" creationId="{00000000-0000-0000-0000-000000000000}"/>
          </ac:spMkLst>
        </pc:spChg>
        <pc:spChg chg="mod">
          <ac:chgData name="Nicolas Jacobs" userId="2e86dc78-830e-4c88-bca3-b2ab4783df68" providerId="ADAL" clId="{8E8C0B02-34DC-4E59-A9A8-82D7231B961D}" dt="2026-04-29T20:51:27.755" v="2612" actId="207"/>
          <ac:spMkLst>
            <pc:docMk/>
            <pc:sldMk cId="0" sldId="268"/>
            <ac:spMk id="9" creationId="{00000000-0000-0000-0000-000000000000}"/>
          </ac:spMkLst>
        </pc:spChg>
        <pc:spChg chg="mod">
          <ac:chgData name="Nicolas Jacobs" userId="2e86dc78-830e-4c88-bca3-b2ab4783df68" providerId="ADAL" clId="{8E8C0B02-34DC-4E59-A9A8-82D7231B961D}" dt="2026-04-29T13:10:48.629" v="1200" actId="242"/>
          <ac:spMkLst>
            <pc:docMk/>
            <pc:sldMk cId="0" sldId="268"/>
            <ac:spMk id="10" creationId="{00000000-0000-0000-0000-000000000000}"/>
          </ac:spMkLst>
        </pc:spChg>
        <pc:spChg chg="mod">
          <ac:chgData name="Nicolas Jacobs" userId="2e86dc78-830e-4c88-bca3-b2ab4783df68" providerId="ADAL" clId="{8E8C0B02-34DC-4E59-A9A8-82D7231B961D}" dt="2026-04-29T13:07:51.738" v="1143" actId="1035"/>
          <ac:spMkLst>
            <pc:docMk/>
            <pc:sldMk cId="0" sldId="268"/>
            <ac:spMk id="11" creationId="{00000000-0000-0000-0000-000000000000}"/>
          </ac:spMkLst>
        </pc:spChg>
        <pc:spChg chg="mod">
          <ac:chgData name="Nicolas Jacobs" userId="2e86dc78-830e-4c88-bca3-b2ab4783df68" providerId="ADAL" clId="{8E8C0B02-34DC-4E59-A9A8-82D7231B961D}" dt="2026-04-29T13:10:45.489" v="1199" actId="242"/>
          <ac:spMkLst>
            <pc:docMk/>
            <pc:sldMk cId="0" sldId="268"/>
            <ac:spMk id="12" creationId="{00000000-0000-0000-0000-000000000000}"/>
          </ac:spMkLst>
        </pc:spChg>
        <pc:spChg chg="mod">
          <ac:chgData name="Nicolas Jacobs" userId="2e86dc78-830e-4c88-bca3-b2ab4783df68" providerId="ADAL" clId="{8E8C0B02-34DC-4E59-A9A8-82D7231B961D}" dt="2026-04-29T13:08:01.664" v="1155" actId="1035"/>
          <ac:spMkLst>
            <pc:docMk/>
            <pc:sldMk cId="0" sldId="268"/>
            <ac:spMk id="13" creationId="{00000000-0000-0000-0000-000000000000}"/>
          </ac:spMkLst>
        </pc:spChg>
        <pc:spChg chg="mod">
          <ac:chgData name="Nicolas Jacobs" userId="2e86dc78-830e-4c88-bca3-b2ab4783df68" providerId="ADAL" clId="{8E8C0B02-34DC-4E59-A9A8-82D7231B961D}" dt="2026-04-29T13:10:51.974" v="1201" actId="242"/>
          <ac:spMkLst>
            <pc:docMk/>
            <pc:sldMk cId="0" sldId="268"/>
            <ac:spMk id="14" creationId="{00000000-0000-0000-0000-000000000000}"/>
          </ac:spMkLst>
        </pc:spChg>
        <pc:spChg chg="mod">
          <ac:chgData name="Nicolas Jacobs" userId="2e86dc78-830e-4c88-bca3-b2ab4783df68" providerId="ADAL" clId="{8E8C0B02-34DC-4E59-A9A8-82D7231B961D}" dt="2026-04-29T13:08:10.373" v="1167" actId="1035"/>
          <ac:spMkLst>
            <pc:docMk/>
            <pc:sldMk cId="0" sldId="268"/>
            <ac:spMk id="15" creationId="{00000000-0000-0000-0000-000000000000}"/>
          </ac:spMkLst>
        </pc:spChg>
        <pc:spChg chg="mod">
          <ac:chgData name="Nicolas Jacobs" userId="2e86dc78-830e-4c88-bca3-b2ab4783df68" providerId="ADAL" clId="{8E8C0B02-34DC-4E59-A9A8-82D7231B961D}" dt="2026-04-29T13:08:44.396" v="1175" actId="1076"/>
          <ac:spMkLst>
            <pc:docMk/>
            <pc:sldMk cId="0" sldId="268"/>
            <ac:spMk id="16" creationId="{00000000-0000-0000-0000-000000000000}"/>
          </ac:spMkLst>
        </pc:spChg>
        <pc:spChg chg="mod">
          <ac:chgData name="Nicolas Jacobs" userId="2e86dc78-830e-4c88-bca3-b2ab4783df68" providerId="ADAL" clId="{8E8C0B02-34DC-4E59-A9A8-82D7231B961D}" dt="2026-04-29T13:09:08.758" v="1182" actId="14100"/>
          <ac:spMkLst>
            <pc:docMk/>
            <pc:sldMk cId="0" sldId="268"/>
            <ac:spMk id="17" creationId="{00000000-0000-0000-0000-000000000000}"/>
          </ac:spMkLst>
        </pc:spChg>
        <pc:spChg chg="mod">
          <ac:chgData name="Nicolas Jacobs" userId="2e86dc78-830e-4c88-bca3-b2ab4783df68" providerId="ADAL" clId="{8E8C0B02-34DC-4E59-A9A8-82D7231B961D}" dt="2026-04-29T13:11:06.690" v="1203" actId="242"/>
          <ac:spMkLst>
            <pc:docMk/>
            <pc:sldMk cId="0" sldId="268"/>
            <ac:spMk id="18" creationId="{00000000-0000-0000-0000-000000000000}"/>
          </ac:spMkLst>
        </pc:spChg>
        <pc:spChg chg="mod">
          <ac:chgData name="Nicolas Jacobs" userId="2e86dc78-830e-4c88-bca3-b2ab4783df68" providerId="ADAL" clId="{8E8C0B02-34DC-4E59-A9A8-82D7231B961D}" dt="2026-04-29T13:11:02.420" v="1202" actId="14100"/>
          <ac:spMkLst>
            <pc:docMk/>
            <pc:sldMk cId="0" sldId="268"/>
            <ac:spMk id="19" creationId="{00000000-0000-0000-0000-000000000000}"/>
          </ac:spMkLst>
        </pc:spChg>
        <pc:spChg chg="mod">
          <ac:chgData name="Nicolas Jacobs" userId="2e86dc78-830e-4c88-bca3-b2ab4783df68" providerId="ADAL" clId="{8E8C0B02-34DC-4E59-A9A8-82D7231B961D}" dt="2026-04-29T13:08:13.828" v="1168" actId="1076"/>
          <ac:spMkLst>
            <pc:docMk/>
            <pc:sldMk cId="0" sldId="268"/>
            <ac:spMk id="20" creationId="{00000000-0000-0000-0000-000000000000}"/>
          </ac:spMkLst>
        </pc:spChg>
        <pc:spChg chg="mod">
          <ac:chgData name="Nicolas Jacobs" userId="2e86dc78-830e-4c88-bca3-b2ab4783df68" providerId="ADAL" clId="{8E8C0B02-34DC-4E59-A9A8-82D7231B961D}" dt="2026-04-29T20:51:34.408" v="2614" actId="207"/>
          <ac:spMkLst>
            <pc:docMk/>
            <pc:sldMk cId="0" sldId="268"/>
            <ac:spMk id="21" creationId="{00000000-0000-0000-0000-000000000000}"/>
          </ac:spMkLst>
        </pc:spChg>
      </pc:sldChg>
      <pc:sldChg chg="addSp modSp mod setBg addAnim delAnim modAnim modNotesTx">
        <pc:chgData name="Nicolas Jacobs" userId="2e86dc78-830e-4c88-bca3-b2ab4783df68" providerId="ADAL" clId="{8E8C0B02-34DC-4E59-A9A8-82D7231B961D}" dt="2026-04-30T02:43:16.774" v="2751"/>
        <pc:sldMkLst>
          <pc:docMk/>
          <pc:sldMk cId="0" sldId="269"/>
        </pc:sldMkLst>
        <pc:spChg chg="add mod">
          <ac:chgData name="Nicolas Jacobs" userId="2e86dc78-830e-4c88-bca3-b2ab4783df68" providerId="ADAL" clId="{8E8C0B02-34DC-4E59-A9A8-82D7231B961D}" dt="2026-04-29T14:44:12.018" v="2421"/>
          <ac:spMkLst>
            <pc:docMk/>
            <pc:sldMk cId="0" sldId="269"/>
            <ac:spMk id="2" creationId="{D2CCC096-A25D-1DF6-3E39-FDCD265B8A3A}"/>
          </ac:spMkLst>
        </pc:spChg>
        <pc:spChg chg="add mod">
          <ac:chgData name="Nicolas Jacobs" userId="2e86dc78-830e-4c88-bca3-b2ab4783df68" providerId="ADAL" clId="{8E8C0B02-34DC-4E59-A9A8-82D7231B961D}" dt="2026-04-29T20:52:17.556" v="2619" actId="207"/>
          <ac:spMkLst>
            <pc:docMk/>
            <pc:sldMk cId="0" sldId="269"/>
            <ac:spMk id="3" creationId="{5532F270-C2B8-5399-EB1A-535920782107}"/>
          </ac:spMkLst>
        </pc:spChg>
        <pc:spChg chg="mod">
          <ac:chgData name="Nicolas Jacobs" userId="2e86dc78-830e-4c88-bca3-b2ab4783df68" providerId="ADAL" clId="{8E8C0B02-34DC-4E59-A9A8-82D7231B961D}" dt="2026-04-29T20:52:06.707" v="2616" actId="207"/>
          <ac:spMkLst>
            <pc:docMk/>
            <pc:sldMk cId="0" sldId="269"/>
            <ac:spMk id="7" creationId="{00000000-0000-0000-0000-000000000000}"/>
          </ac:spMkLst>
        </pc:spChg>
        <pc:spChg chg="mod">
          <ac:chgData name="Nicolas Jacobs" userId="2e86dc78-830e-4c88-bca3-b2ab4783df68" providerId="ADAL" clId="{8E8C0B02-34DC-4E59-A9A8-82D7231B961D}" dt="2026-04-29T20:52:10.504" v="2617" actId="207"/>
          <ac:spMkLst>
            <pc:docMk/>
            <pc:sldMk cId="0" sldId="269"/>
            <ac:spMk id="9" creationId="{00000000-0000-0000-0000-000000000000}"/>
          </ac:spMkLst>
        </pc:spChg>
        <pc:spChg chg="mod">
          <ac:chgData name="Nicolas Jacobs" userId="2e86dc78-830e-4c88-bca3-b2ab4783df68" providerId="ADAL" clId="{8E8C0B02-34DC-4E59-A9A8-82D7231B961D}" dt="2026-04-29T13:15:00.031" v="1214" actId="14100"/>
          <ac:spMkLst>
            <pc:docMk/>
            <pc:sldMk cId="0" sldId="269"/>
            <ac:spMk id="10" creationId="{00000000-0000-0000-0000-000000000000}"/>
          </ac:spMkLst>
        </pc:spChg>
        <pc:spChg chg="mod">
          <ac:chgData name="Nicolas Jacobs" userId="2e86dc78-830e-4c88-bca3-b2ab4783df68" providerId="ADAL" clId="{8E8C0B02-34DC-4E59-A9A8-82D7231B961D}" dt="2026-04-29T13:18:32.643" v="1257" actId="1076"/>
          <ac:spMkLst>
            <pc:docMk/>
            <pc:sldMk cId="0" sldId="269"/>
            <ac:spMk id="11" creationId="{00000000-0000-0000-0000-000000000000}"/>
          </ac:spMkLst>
        </pc:spChg>
        <pc:spChg chg="mod">
          <ac:chgData name="Nicolas Jacobs" userId="2e86dc78-830e-4c88-bca3-b2ab4783df68" providerId="ADAL" clId="{8E8C0B02-34DC-4E59-A9A8-82D7231B961D}" dt="2026-04-29T13:15:29.043" v="1222" actId="1076"/>
          <ac:spMkLst>
            <pc:docMk/>
            <pc:sldMk cId="0" sldId="269"/>
            <ac:spMk id="12" creationId="{00000000-0000-0000-0000-000000000000}"/>
          </ac:spMkLst>
        </pc:spChg>
        <pc:spChg chg="mod">
          <ac:chgData name="Nicolas Jacobs" userId="2e86dc78-830e-4c88-bca3-b2ab4783df68" providerId="ADAL" clId="{8E8C0B02-34DC-4E59-A9A8-82D7231B961D}" dt="2026-04-29T13:19:03.598" v="1262" actId="14100"/>
          <ac:spMkLst>
            <pc:docMk/>
            <pc:sldMk cId="0" sldId="269"/>
            <ac:spMk id="13" creationId="{00000000-0000-0000-0000-000000000000}"/>
          </ac:spMkLst>
        </pc:spChg>
        <pc:spChg chg="mod">
          <ac:chgData name="Nicolas Jacobs" userId="2e86dc78-830e-4c88-bca3-b2ab4783df68" providerId="ADAL" clId="{8E8C0B02-34DC-4E59-A9A8-82D7231B961D}" dt="2026-04-29T13:19:47.350" v="1268" actId="1076"/>
          <ac:spMkLst>
            <pc:docMk/>
            <pc:sldMk cId="0" sldId="269"/>
            <ac:spMk id="14" creationId="{00000000-0000-0000-0000-000000000000}"/>
          </ac:spMkLst>
        </pc:spChg>
        <pc:spChg chg="mod">
          <ac:chgData name="Nicolas Jacobs" userId="2e86dc78-830e-4c88-bca3-b2ab4783df68" providerId="ADAL" clId="{8E8C0B02-34DC-4E59-A9A8-82D7231B961D}" dt="2026-04-29T13:20:06.528" v="1271" actId="14100"/>
          <ac:spMkLst>
            <pc:docMk/>
            <pc:sldMk cId="0" sldId="269"/>
            <ac:spMk id="15" creationId="{00000000-0000-0000-0000-000000000000}"/>
          </ac:spMkLst>
        </pc:spChg>
        <pc:spChg chg="mod">
          <ac:chgData name="Nicolas Jacobs" userId="2e86dc78-830e-4c88-bca3-b2ab4783df68" providerId="ADAL" clId="{8E8C0B02-34DC-4E59-A9A8-82D7231B961D}" dt="2026-04-29T13:17:53.440" v="1250" actId="1076"/>
          <ac:spMkLst>
            <pc:docMk/>
            <pc:sldMk cId="0" sldId="269"/>
            <ac:spMk id="16" creationId="{00000000-0000-0000-0000-000000000000}"/>
          </ac:spMkLst>
        </pc:spChg>
        <pc:spChg chg="mod">
          <ac:chgData name="Nicolas Jacobs" userId="2e86dc78-830e-4c88-bca3-b2ab4783df68" providerId="ADAL" clId="{8E8C0B02-34DC-4E59-A9A8-82D7231B961D}" dt="2026-04-29T13:20:29.393" v="1276" actId="14100"/>
          <ac:spMkLst>
            <pc:docMk/>
            <pc:sldMk cId="0" sldId="269"/>
            <ac:spMk id="17" creationId="{00000000-0000-0000-0000-000000000000}"/>
          </ac:spMkLst>
        </pc:spChg>
        <pc:spChg chg="mod">
          <ac:chgData name="Nicolas Jacobs" userId="2e86dc78-830e-4c88-bca3-b2ab4783df68" providerId="ADAL" clId="{8E8C0B02-34DC-4E59-A9A8-82D7231B961D}" dt="2026-04-29T13:17:51.384" v="1249" actId="1076"/>
          <ac:spMkLst>
            <pc:docMk/>
            <pc:sldMk cId="0" sldId="269"/>
            <ac:spMk id="18" creationId="{00000000-0000-0000-0000-000000000000}"/>
          </ac:spMkLst>
        </pc:spChg>
        <pc:spChg chg="mod">
          <ac:chgData name="Nicolas Jacobs" userId="2e86dc78-830e-4c88-bca3-b2ab4783df68" providerId="ADAL" clId="{8E8C0B02-34DC-4E59-A9A8-82D7231B961D}" dt="2026-04-29T13:21:07.497" v="1286" actId="14100"/>
          <ac:spMkLst>
            <pc:docMk/>
            <pc:sldMk cId="0" sldId="269"/>
            <ac:spMk id="19" creationId="{00000000-0000-0000-0000-000000000000}"/>
          </ac:spMkLst>
        </pc:spChg>
        <pc:spChg chg="mod">
          <ac:chgData name="Nicolas Jacobs" userId="2e86dc78-830e-4c88-bca3-b2ab4783df68" providerId="ADAL" clId="{8E8C0B02-34DC-4E59-A9A8-82D7231B961D}" dt="2026-04-29T20:52:14.235" v="2618" actId="207"/>
          <ac:spMkLst>
            <pc:docMk/>
            <pc:sldMk cId="0" sldId="269"/>
            <ac:spMk id="20" creationId="{00000000-0000-0000-0000-000000000000}"/>
          </ac:spMkLst>
        </pc:spChg>
      </pc:sldChg>
      <pc:sldChg chg="addSp modSp mod setBg addAnim delAnim modAnim modNotesTx">
        <pc:chgData name="Nicolas Jacobs" userId="2e86dc78-830e-4c88-bca3-b2ab4783df68" providerId="ADAL" clId="{8E8C0B02-34DC-4E59-A9A8-82D7231B961D}" dt="2026-04-30T02:43:23.386" v="2752"/>
        <pc:sldMkLst>
          <pc:docMk/>
          <pc:sldMk cId="0" sldId="270"/>
        </pc:sldMkLst>
        <pc:spChg chg="add mod">
          <ac:chgData name="Nicolas Jacobs" userId="2e86dc78-830e-4c88-bca3-b2ab4783df68" providerId="ADAL" clId="{8E8C0B02-34DC-4E59-A9A8-82D7231B961D}" dt="2026-04-29T14:44:11.972" v="2419"/>
          <ac:spMkLst>
            <pc:docMk/>
            <pc:sldMk cId="0" sldId="270"/>
            <ac:spMk id="2" creationId="{EF3E369F-512D-B85C-99BF-817A2FC01C7D}"/>
          </ac:spMkLst>
        </pc:spChg>
        <pc:spChg chg="add mod">
          <ac:chgData name="Nicolas Jacobs" userId="2e86dc78-830e-4c88-bca3-b2ab4783df68" providerId="ADAL" clId="{8E8C0B02-34DC-4E59-A9A8-82D7231B961D}" dt="2026-04-29T20:53:33.292" v="2624" actId="207"/>
          <ac:spMkLst>
            <pc:docMk/>
            <pc:sldMk cId="0" sldId="270"/>
            <ac:spMk id="3" creationId="{20FAC1C5-BF81-CBE7-91B9-CA3BA61D9972}"/>
          </ac:spMkLst>
        </pc:spChg>
        <pc:spChg chg="mod">
          <ac:chgData name="Nicolas Jacobs" userId="2e86dc78-830e-4c88-bca3-b2ab4783df68" providerId="ADAL" clId="{8E8C0B02-34DC-4E59-A9A8-82D7231B961D}" dt="2026-04-29T20:53:23.681" v="2621" actId="207"/>
          <ac:spMkLst>
            <pc:docMk/>
            <pc:sldMk cId="0" sldId="270"/>
            <ac:spMk id="7" creationId="{00000000-0000-0000-0000-000000000000}"/>
          </ac:spMkLst>
        </pc:spChg>
        <pc:spChg chg="mod">
          <ac:chgData name="Nicolas Jacobs" userId="2e86dc78-830e-4c88-bca3-b2ab4783df68" providerId="ADAL" clId="{8E8C0B02-34DC-4E59-A9A8-82D7231B961D}" dt="2026-04-29T20:53:26.316" v="2622" actId="207"/>
          <ac:spMkLst>
            <pc:docMk/>
            <pc:sldMk cId="0" sldId="270"/>
            <ac:spMk id="9" creationId="{00000000-0000-0000-0000-000000000000}"/>
          </ac:spMkLst>
        </pc:spChg>
        <pc:spChg chg="mod">
          <ac:chgData name="Nicolas Jacobs" userId="2e86dc78-830e-4c88-bca3-b2ab4783df68" providerId="ADAL" clId="{8E8C0B02-34DC-4E59-A9A8-82D7231B961D}" dt="2026-04-29T13:31:49.131" v="1294" actId="14100"/>
          <ac:spMkLst>
            <pc:docMk/>
            <pc:sldMk cId="0" sldId="270"/>
            <ac:spMk id="10" creationId="{00000000-0000-0000-0000-000000000000}"/>
          </ac:spMkLst>
        </pc:spChg>
        <pc:spChg chg="mod">
          <ac:chgData name="Nicolas Jacobs" userId="2e86dc78-830e-4c88-bca3-b2ab4783df68" providerId="ADAL" clId="{8E8C0B02-34DC-4E59-A9A8-82D7231B961D}" dt="2026-04-29T13:33:24.702" v="1298" actId="14100"/>
          <ac:spMkLst>
            <pc:docMk/>
            <pc:sldMk cId="0" sldId="270"/>
            <ac:spMk id="18" creationId="{00000000-0000-0000-0000-000000000000}"/>
          </ac:spMkLst>
        </pc:spChg>
        <pc:spChg chg="mod">
          <ac:chgData name="Nicolas Jacobs" userId="2e86dc78-830e-4c88-bca3-b2ab4783df68" providerId="ADAL" clId="{8E8C0B02-34DC-4E59-A9A8-82D7231B961D}" dt="2026-04-29T20:53:28.922" v="2623" actId="207"/>
          <ac:spMkLst>
            <pc:docMk/>
            <pc:sldMk cId="0" sldId="270"/>
            <ac:spMk id="25" creationId="{00000000-0000-0000-0000-000000000000}"/>
          </ac:spMkLst>
        </pc:spChg>
      </pc:sldChg>
      <pc:sldChg chg="addSp delSp modSp new mod ord setBg">
        <pc:chgData name="Nicolas Jacobs" userId="2e86dc78-830e-4c88-bca3-b2ab4783df68" providerId="ADAL" clId="{8E8C0B02-34DC-4E59-A9A8-82D7231B961D}" dt="2026-04-29T20:36:57.635" v="2526"/>
        <pc:sldMkLst>
          <pc:docMk/>
          <pc:sldMk cId="1706643161" sldId="271"/>
        </pc:sldMkLst>
        <pc:spChg chg="mod">
          <ac:chgData name="Nicolas Jacobs" userId="2e86dc78-830e-4c88-bca3-b2ab4783df68" providerId="ADAL" clId="{8E8C0B02-34DC-4E59-A9A8-82D7231B961D}" dt="2026-04-29T20:36:27.313" v="2523" actId="207"/>
          <ac:spMkLst>
            <pc:docMk/>
            <pc:sldMk cId="1706643161" sldId="271"/>
            <ac:spMk id="2" creationId="{421C7A3A-4F03-CF26-EAD3-37CB739B24DF}"/>
          </ac:spMkLst>
        </pc:spChg>
        <pc:spChg chg="mod">
          <ac:chgData name="Nicolas Jacobs" userId="2e86dc78-830e-4c88-bca3-b2ab4783df68" providerId="ADAL" clId="{8E8C0B02-34DC-4E59-A9A8-82D7231B961D}" dt="2026-04-29T20:36:32.943" v="2524" actId="207"/>
          <ac:spMkLst>
            <pc:docMk/>
            <pc:sldMk cId="1706643161" sldId="271"/>
            <ac:spMk id="3" creationId="{D21B4B83-5F2C-F557-84D8-4010460767E8}"/>
          </ac:spMkLst>
        </pc:spChg>
        <pc:spChg chg="mod">
          <ac:chgData name="Nicolas Jacobs" userId="2e86dc78-830e-4c88-bca3-b2ab4783df68" providerId="ADAL" clId="{8E8C0B02-34DC-4E59-A9A8-82D7231B961D}" dt="2026-04-29T14:27:57.053" v="1570" actId="14100"/>
          <ac:spMkLst>
            <pc:docMk/>
            <pc:sldMk cId="1706643161" sldId="271"/>
            <ac:spMk id="4" creationId="{79FB7BF3-1684-697C-1AEC-2B547806965F}"/>
          </ac:spMkLst>
        </pc:spChg>
        <pc:spChg chg="mod">
          <ac:chgData name="Nicolas Jacobs" userId="2e86dc78-830e-4c88-bca3-b2ab4783df68" providerId="ADAL" clId="{8E8C0B02-34DC-4E59-A9A8-82D7231B961D}" dt="2026-04-29T14:30:15.128" v="1661" actId="14100"/>
          <ac:spMkLst>
            <pc:docMk/>
            <pc:sldMk cId="1706643161" sldId="271"/>
            <ac:spMk id="5" creationId="{6E50CA67-657D-7813-AFEE-C673FD3A7860}"/>
          </ac:spMkLst>
        </pc:spChg>
        <pc:spChg chg="del mod">
          <ac:chgData name="Nicolas Jacobs" userId="2e86dc78-830e-4c88-bca3-b2ab4783df68" providerId="ADAL" clId="{8E8C0B02-34DC-4E59-A9A8-82D7231B961D}" dt="2026-04-29T14:48:08.672" v="2502" actId="478"/>
          <ac:spMkLst>
            <pc:docMk/>
            <pc:sldMk cId="1706643161" sldId="271"/>
            <ac:spMk id="7" creationId="{E1A4806E-D443-34AF-FE77-6ACE92B85E41}"/>
          </ac:spMkLst>
        </pc:spChg>
        <pc:spChg chg="del mod">
          <ac:chgData name="Nicolas Jacobs" userId="2e86dc78-830e-4c88-bca3-b2ab4783df68" providerId="ADAL" clId="{8E8C0B02-34DC-4E59-A9A8-82D7231B961D}" dt="2026-04-29T14:37:12.934" v="2181" actId="478"/>
          <ac:spMkLst>
            <pc:docMk/>
            <pc:sldMk cId="1706643161" sldId="271"/>
            <ac:spMk id="8" creationId="{72D3BD3B-61E3-64B5-AC8C-70DDBDECE37E}"/>
          </ac:spMkLst>
        </pc:spChg>
        <pc:spChg chg="add mod">
          <ac:chgData name="Nicolas Jacobs" userId="2e86dc78-830e-4c88-bca3-b2ab4783df68" providerId="ADAL" clId="{8E8C0B02-34DC-4E59-A9A8-82D7231B961D}" dt="2026-04-29T14:39:44.982" v="2348"/>
          <ac:spMkLst>
            <pc:docMk/>
            <pc:sldMk cId="1706643161" sldId="271"/>
            <ac:spMk id="9" creationId="{38A094E7-146D-671C-408C-6F04CDB0D4FA}"/>
          </ac:spMkLst>
        </pc:spChg>
        <pc:spChg chg="add mod">
          <ac:chgData name="Nicolas Jacobs" userId="2e86dc78-830e-4c88-bca3-b2ab4783df68" providerId="ADAL" clId="{8E8C0B02-34DC-4E59-A9A8-82D7231B961D}" dt="2026-04-29T14:39:59.323" v="2349"/>
          <ac:spMkLst>
            <pc:docMk/>
            <pc:sldMk cId="1706643161" sldId="271"/>
            <ac:spMk id="10" creationId="{57C4CD39-7CE9-1C5E-9E39-86F4140485FD}"/>
          </ac:spMkLst>
        </pc:spChg>
        <pc:spChg chg="add mod">
          <ac:chgData name="Nicolas Jacobs" userId="2e86dc78-830e-4c88-bca3-b2ab4783df68" providerId="ADAL" clId="{8E8C0B02-34DC-4E59-A9A8-82D7231B961D}" dt="2026-04-29T20:36:37.181" v="2525" actId="207"/>
          <ac:spMkLst>
            <pc:docMk/>
            <pc:sldMk cId="1706643161" sldId="271"/>
            <ac:spMk id="11" creationId="{ABB0C7C6-A6CC-3672-CC4C-0174E9F98FF5}"/>
          </ac:spMkLst>
        </pc:spChg>
      </pc:sldChg>
      <pc:sldChg chg="modSp new del mod">
        <pc:chgData name="Nicolas Jacobs" userId="2e86dc78-830e-4c88-bca3-b2ab4783df68" providerId="ADAL" clId="{8E8C0B02-34DC-4E59-A9A8-82D7231B961D}" dt="2026-04-29T13:49:55.190" v="1463" actId="47"/>
        <pc:sldMkLst>
          <pc:docMk/>
          <pc:sldMk cId="1672700491" sldId="272"/>
        </pc:sldMkLst>
        <pc:spChg chg="mod">
          <ac:chgData name="Nicolas Jacobs" userId="2e86dc78-830e-4c88-bca3-b2ab4783df68" providerId="ADAL" clId="{8E8C0B02-34DC-4E59-A9A8-82D7231B961D}" dt="2026-04-29T08:50:42.611" v="124" actId="255"/>
          <ac:spMkLst>
            <pc:docMk/>
            <pc:sldMk cId="1672700491" sldId="272"/>
            <ac:spMk id="2" creationId="{9A2478A0-D5B0-89C7-E13A-9790475702DA}"/>
          </ac:spMkLst>
        </pc:spChg>
      </pc:sldChg>
      <pc:sldChg chg="modSp add del mod">
        <pc:chgData name="Nicolas Jacobs" userId="2e86dc78-830e-4c88-bca3-b2ab4783df68" providerId="ADAL" clId="{8E8C0B02-34DC-4E59-A9A8-82D7231B961D}" dt="2026-04-29T13:36:35.452" v="1299" actId="2696"/>
        <pc:sldMkLst>
          <pc:docMk/>
          <pc:sldMk cId="2403206326" sldId="273"/>
        </pc:sldMkLst>
        <pc:spChg chg="mod">
          <ac:chgData name="Nicolas Jacobs" userId="2e86dc78-830e-4c88-bca3-b2ab4783df68" providerId="ADAL" clId="{8E8C0B02-34DC-4E59-A9A8-82D7231B961D}" dt="2026-04-29T08:50:34.235" v="123" actId="255"/>
          <ac:spMkLst>
            <pc:docMk/>
            <pc:sldMk cId="2403206326" sldId="273"/>
            <ac:spMk id="2" creationId="{D406305D-2654-4748-82C2-502D7A5A4E02}"/>
          </ac:spMkLst>
        </pc:spChg>
      </pc:sldChg>
      <pc:sldChg chg="addSp delSp modSp new mod setBg">
        <pc:chgData name="Nicolas Jacobs" userId="2e86dc78-830e-4c88-bca3-b2ab4783df68" providerId="ADAL" clId="{8E8C0B02-34DC-4E59-A9A8-82D7231B961D}" dt="2026-04-30T02:35:40.595" v="2737" actId="20577"/>
        <pc:sldMkLst>
          <pc:docMk/>
          <pc:sldMk cId="4285317741" sldId="273"/>
        </pc:sldMkLst>
        <pc:spChg chg="mod">
          <ac:chgData name="Nicolas Jacobs" userId="2e86dc78-830e-4c88-bca3-b2ab4783df68" providerId="ADAL" clId="{8E8C0B02-34DC-4E59-A9A8-82D7231B961D}" dt="2026-04-29T20:37:10.402" v="2527" actId="207"/>
          <ac:spMkLst>
            <pc:docMk/>
            <pc:sldMk cId="4285317741" sldId="273"/>
            <ac:spMk id="2" creationId="{15A3FF31-5828-476A-C307-E1EAEB6FEB52}"/>
          </ac:spMkLst>
        </pc:spChg>
        <pc:spChg chg="mod">
          <ac:chgData name="Nicolas Jacobs" userId="2e86dc78-830e-4c88-bca3-b2ab4783df68" providerId="ADAL" clId="{8E8C0B02-34DC-4E59-A9A8-82D7231B961D}" dt="2026-04-30T02:35:40.595" v="2737" actId="20577"/>
          <ac:spMkLst>
            <pc:docMk/>
            <pc:sldMk cId="4285317741" sldId="273"/>
            <ac:spMk id="3" creationId="{857CC0CC-0D4D-A458-0F31-9D78190DA255}"/>
          </ac:spMkLst>
        </pc:spChg>
        <pc:spChg chg="del mod">
          <ac:chgData name="Nicolas Jacobs" userId="2e86dc78-830e-4c88-bca3-b2ab4783df68" providerId="ADAL" clId="{8E8C0B02-34DC-4E59-A9A8-82D7231B961D}" dt="2026-04-29T14:36:42.170" v="2179" actId="478"/>
          <ac:spMkLst>
            <pc:docMk/>
            <pc:sldMk cId="4285317741" sldId="273"/>
            <ac:spMk id="5" creationId="{66DE4E27-60A2-A559-70E5-229965FDD79B}"/>
          </ac:spMkLst>
        </pc:spChg>
        <pc:spChg chg="del">
          <ac:chgData name="Nicolas Jacobs" userId="2e86dc78-830e-4c88-bca3-b2ab4783df68" providerId="ADAL" clId="{8E8C0B02-34DC-4E59-A9A8-82D7231B961D}" dt="2026-04-29T14:36:44.675" v="2180" actId="478"/>
          <ac:spMkLst>
            <pc:docMk/>
            <pc:sldMk cId="4285317741" sldId="273"/>
            <ac:spMk id="6" creationId="{B97395AF-37C2-4088-65CE-A9A661B4C5D4}"/>
          </ac:spMkLst>
        </pc:spChg>
        <pc:spChg chg="add mod">
          <ac:chgData name="Nicolas Jacobs" userId="2e86dc78-830e-4c88-bca3-b2ab4783df68" providerId="ADAL" clId="{8E8C0B02-34DC-4E59-A9A8-82D7231B961D}" dt="2026-04-29T14:39:34.312" v="2345" actId="20577"/>
          <ac:spMkLst>
            <pc:docMk/>
            <pc:sldMk cId="4285317741" sldId="273"/>
            <ac:spMk id="7" creationId="{A665DC14-08B0-C5B8-0329-F6DCC6E20512}"/>
          </ac:spMkLst>
        </pc:spChg>
        <pc:spChg chg="add mod">
          <ac:chgData name="Nicolas Jacobs" userId="2e86dc78-830e-4c88-bca3-b2ab4783df68" providerId="ADAL" clId="{8E8C0B02-34DC-4E59-A9A8-82D7231B961D}" dt="2026-04-29T14:40:15.929" v="2350"/>
          <ac:spMkLst>
            <pc:docMk/>
            <pc:sldMk cId="4285317741" sldId="273"/>
            <ac:spMk id="8" creationId="{7BD3A27A-0235-BC76-3B51-78BAC8E7B9CF}"/>
          </ac:spMkLst>
        </pc:spChg>
        <pc:spChg chg="add mod">
          <ac:chgData name="Nicolas Jacobs" userId="2e86dc78-830e-4c88-bca3-b2ab4783df68" providerId="ADAL" clId="{8E8C0B02-34DC-4E59-A9A8-82D7231B961D}" dt="2026-04-29T14:40:23.113" v="2351"/>
          <ac:spMkLst>
            <pc:docMk/>
            <pc:sldMk cId="4285317741" sldId="273"/>
            <ac:spMk id="9" creationId="{563B30F1-EE31-30FC-0394-DB51F105646B}"/>
          </ac:spMkLst>
        </pc:spChg>
        <pc:spChg chg="add del mod">
          <ac:chgData name="Nicolas Jacobs" userId="2e86dc78-830e-4c88-bca3-b2ab4783df68" providerId="ADAL" clId="{8E8C0B02-34DC-4E59-A9A8-82D7231B961D}" dt="2026-04-29T14:47:07" v="2498" actId="478"/>
          <ac:spMkLst>
            <pc:docMk/>
            <pc:sldMk cId="4285317741" sldId="273"/>
            <ac:spMk id="10" creationId="{67BF19B8-21E4-070F-E92E-A9134CC1B83B}"/>
          </ac:spMkLst>
        </pc:spChg>
        <pc:spChg chg="add del mod">
          <ac:chgData name="Nicolas Jacobs" userId="2e86dc78-830e-4c88-bca3-b2ab4783df68" providerId="ADAL" clId="{8E8C0B02-34DC-4E59-A9A8-82D7231B961D}" dt="2026-04-29T14:48:17.132" v="2506" actId="478"/>
          <ac:spMkLst>
            <pc:docMk/>
            <pc:sldMk cId="4285317741" sldId="273"/>
            <ac:spMk id="11" creationId="{52344548-FB85-E17E-206D-3453EEDE820A}"/>
          </ac:spMkLst>
        </pc:spChg>
        <pc:spChg chg="add mod">
          <ac:chgData name="Nicolas Jacobs" userId="2e86dc78-830e-4c88-bca3-b2ab4783df68" providerId="ADAL" clId="{8E8C0B02-34DC-4E59-A9A8-82D7231B961D}" dt="2026-04-29T20:37:17.503" v="2529" actId="207"/>
          <ac:spMkLst>
            <pc:docMk/>
            <pc:sldMk cId="4285317741" sldId="273"/>
            <ac:spMk id="12" creationId="{0EC38C9A-7C4D-E5D2-CDAD-805B6ABDDA16}"/>
          </ac:spMkLst>
        </pc:spChg>
      </pc:sldChg>
      <pc:sldChg chg="addSp delSp modSp add mod setBg">
        <pc:chgData name="Nicolas Jacobs" userId="2e86dc78-830e-4c88-bca3-b2ab4783df68" providerId="ADAL" clId="{8E8C0B02-34DC-4E59-A9A8-82D7231B961D}" dt="2026-04-29T20:57:12.092" v="2641" actId="207"/>
        <pc:sldMkLst>
          <pc:docMk/>
          <pc:sldMk cId="3856694596" sldId="274"/>
        </pc:sldMkLst>
        <pc:spChg chg="mod">
          <ac:chgData name="Nicolas Jacobs" userId="2e86dc78-830e-4c88-bca3-b2ab4783df68" providerId="ADAL" clId="{8E8C0B02-34DC-4E59-A9A8-82D7231B961D}" dt="2026-04-29T20:54:56.573" v="2626" actId="207"/>
          <ac:spMkLst>
            <pc:docMk/>
            <pc:sldMk cId="3856694596" sldId="274"/>
            <ac:spMk id="2" creationId="{9F17BDC3-AF18-AAEC-CB5D-727CB82D9A0F}"/>
          </ac:spMkLst>
        </pc:spChg>
        <pc:spChg chg="mod">
          <ac:chgData name="Nicolas Jacobs" userId="2e86dc78-830e-4c88-bca3-b2ab4783df68" providerId="ADAL" clId="{8E8C0B02-34DC-4E59-A9A8-82D7231B961D}" dt="2026-04-29T20:57:12.092" v="2641" actId="207"/>
          <ac:spMkLst>
            <pc:docMk/>
            <pc:sldMk cId="3856694596" sldId="274"/>
            <ac:spMk id="3" creationId="{75BAAA11-B249-2118-53DB-B42D5B58D655}"/>
          </ac:spMkLst>
        </pc:spChg>
        <pc:spChg chg="add del mod">
          <ac:chgData name="Nicolas Jacobs" userId="2e86dc78-830e-4c88-bca3-b2ab4783df68" providerId="ADAL" clId="{8E8C0B02-34DC-4E59-A9A8-82D7231B961D}" dt="2026-04-29T14:36:38.369" v="2175" actId="478"/>
          <ac:spMkLst>
            <pc:docMk/>
            <pc:sldMk cId="3856694596" sldId="274"/>
            <ac:spMk id="5" creationId="{38696A1F-CA3F-8751-8E5F-FC954D498DBD}"/>
          </ac:spMkLst>
        </pc:spChg>
        <pc:spChg chg="add del">
          <ac:chgData name="Nicolas Jacobs" userId="2e86dc78-830e-4c88-bca3-b2ab4783df68" providerId="ADAL" clId="{8E8C0B02-34DC-4E59-A9A8-82D7231B961D}" dt="2026-04-29T14:36:38.377" v="2176" actId="478"/>
          <ac:spMkLst>
            <pc:docMk/>
            <pc:sldMk cId="3856694596" sldId="274"/>
            <ac:spMk id="6" creationId="{013C8F15-75E7-F6D6-A97E-12F1C5AD2CFF}"/>
          </ac:spMkLst>
        </pc:spChg>
        <pc:spChg chg="add mod">
          <ac:chgData name="Nicolas Jacobs" userId="2e86dc78-830e-4c88-bca3-b2ab4783df68" providerId="ADAL" clId="{8E8C0B02-34DC-4E59-A9A8-82D7231B961D}" dt="2026-04-29T14:44:11.813" v="2417" actId="20577"/>
          <ac:spMkLst>
            <pc:docMk/>
            <pc:sldMk cId="3856694596" sldId="274"/>
            <ac:spMk id="7" creationId="{9A5AF4A3-881C-A27B-101D-DFE08C790F69}"/>
          </ac:spMkLst>
        </pc:spChg>
        <pc:spChg chg="add mod">
          <ac:chgData name="Nicolas Jacobs" userId="2e86dc78-830e-4c88-bca3-b2ab4783df68" providerId="ADAL" clId="{8E8C0B02-34DC-4E59-A9A8-82D7231B961D}" dt="2026-04-29T20:55:01.389" v="2627" actId="207"/>
          <ac:spMkLst>
            <pc:docMk/>
            <pc:sldMk cId="3856694596" sldId="274"/>
            <ac:spMk id="8" creationId="{000C1C25-33AB-7C6F-89FC-13AB0920E696}"/>
          </ac:spMkLst>
        </pc:spChg>
        <pc:spChg chg="add mod">
          <ac:chgData name="Nicolas Jacobs" userId="2e86dc78-830e-4c88-bca3-b2ab4783df68" providerId="ADAL" clId="{8E8C0B02-34DC-4E59-A9A8-82D7231B961D}" dt="2026-04-29T17:50:44.772" v="2521"/>
          <ac:spMkLst>
            <pc:docMk/>
            <pc:sldMk cId="3856694596" sldId="274"/>
            <ac:spMk id="9" creationId="{6F9CAEF0-EFE4-E1AA-4B71-CEDEF4DD72CB}"/>
          </ac:spMkLst>
        </pc:spChg>
        <pc:spChg chg="add mod">
          <ac:chgData name="Nicolas Jacobs" userId="2e86dc78-830e-4c88-bca3-b2ab4783df68" providerId="ADAL" clId="{8E8C0B02-34DC-4E59-A9A8-82D7231B961D}" dt="2026-04-29T17:51:33.963" v="2522"/>
          <ac:spMkLst>
            <pc:docMk/>
            <pc:sldMk cId="3856694596" sldId="274"/>
            <ac:spMk id="10" creationId="{0F50F6BD-3A79-DEC9-5F9A-795972C7CF7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248300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000" dirty="0"/>
              <a:t>Opening / purpose:
Today I am explaining hash tables, a data structure designed for fast organization and access to data. The main idea is that data is stored as key-value pairs. The key is the identifier we use, and the value is the information connected to it.
Explain the visual:
On this slide, the key goes into a hash function, the hash function produces a number, and that number points to a bucket in an array. Instead of checking every item one at a time, the hash table computes where the item should be. That is why insertion, deletion, and retrieval can be very efficient.
Important takeaway:
A hash table does not mainly search; it maps. It turns a key into an index, then uses that index to find the value. This direct mapping is the central concept behind the entire presentation.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000" dirty="0"/>
              <a:t>Opening:
A hash table starts with an underlying array. Each position in that array is called a bucket. The bucket is the location where a key-value pair is stored, or where multiple pairs may be stored if collisions occur.
Explain the visual:
The row of boxes represents the fixed-size array. Each box is a bucket with its own index number. When we say the table size matters, we mean the number of bucket locations available in this array.
Why it matters:
If there are too few buckets, many keys may compete for the same locations. That increases collisions and can slow the table down. A well-sized table spreads entries more evenly, which helps the structure keep its speed advantage.
Transition:
Once the buckets exist, the next question is how the table decides which bucket a key belongs in. That is the job of the hash function.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000" dirty="0"/>
              <a:t>Opening:
The hash function is the engine of a hash table. It takes the key and converts it into a numerical hash value. That value is then used to decide where the associated data belongs.
Explain the process:
Every important operation uses the hash function: inserting a new key-value pair, retrieving a value, and deleting an entry. The same key must always produce the same result, because the table needs to find the same bucket later.
Example framing:
If the key is something like a name, ID number, or label, the hash function transforms it into a number the array can use. The hash table is not guessing the location. It is calculating it.
Important takeaway:
Without the hash function, a hash table would lose its biggest advantage. The structure would not know how to jump directly to the correct area of storage.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000" dirty="0"/>
              <a:t>Opening:
A hash function must be designed carefully because hash table performance depends heavily on it. A weak hash function can create too many collisions and reduce efficiency.
Walk through the properties:
First, it must be deterministic, meaning the same input always produces the same output. Second, it should compute quickly, because hashing happens during every insert, lookup, and delete operation. Third, it should be difficult to reverse, so the original input is not easily recovered from the hash value.
Continue:
It should also minimize collisions by spreading different keys across the buckets as evenly as possible. Finally, the avalanche effect means a small change in the input should cause a major change in the output.
Important takeaway:
These properties help the table stay predictable, efficient, and reliable during real operations.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000" dirty="0"/>
              <a:t>Opening:
After a key is converted into a hash value, there is still one more step before the data can be stored. The hash value may be much larger than the number of buckets in the array.
Explain the formula:
To solve this, the table uses a modulo operation. The formula is index equals hash value modulo the number of buckets. This reduces the hash value into a valid index that fits within the array.
Explain the visual:
The large hash value on the left is too big to be an array position. After the modulo step, it becomes a smaller number that matches an actual bucket.
Important takeaway:
Mapping to an index is what turns a general hash value into a usable storage location. It connects the mathematical output of the hash function to the physical structure of the array.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000" dirty="0"/>
              <a:t>Opening:
A collision happens when two different keys map to the same bucket index. This is a normal part of hash tables, not a mistake in the concept.
Explain why collisions occur:
There are usually far more possible keys than there are buckets. Because the table has a limited number of bucket locations, different keys can eventually land in the same place. Even a strong hash function cannot completely remove that possibility.
Explain the risk:
If a collision is not handled correctly, the table may need extra searching inside a bucket or through other positions. That can reduce performance, especially if many entries pile up in the same area.
Important takeaway:
The goal is not to pretend collisions will never happen. The goal is to manage them efficiently so the hash table remains fast and organized.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000" dirty="0"/>
              <a:t>Opening:
Because collisions are unavoidable, hash tables need a strategy for resolving them. The two major strategies shown here are separate chaining and open addressing.
Separate chaining:
With separate chaining, a bucket can hold multiple key-value pairs, often using a list or another structure. If two keys land in the same bucket, both can be stored there and searched within that bucket when needed.
Open addressing:
With open addressing, the table does not store a list inside the bucket. Instead, if a bucket is occupied, the table searches for another available slot. This searching process is called probing, and examples include linear probing and quadratic probing.
Important takeaway:
Both methods solve the same problem. They preserve the hash table’s ability to store and retrieve data even when keys collide.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000" dirty="0"/>
              <a:t>Opening:
Insertion is the process of adding a new key-value pair into the hash table. The process follows a clear sequence.
Step-by-step:
First, the key is passed into the hash function. Second, the hash function creates a hash value. Third, that value is mapped to a valid array index. Fourth, the value is placed into the corresponding bucket.
Collision connection:
If the bucket is empty, insertion is straightforward. If another entry is already there, the table uses its collision handling method. With chaining, the new pair may be added to a list. With open addressing, the table probes for a different empty slot.
Important takeaway:
Insertion is fast because the table computes the likely destination directly instead of scanning the entire dataset from the beginning.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000" dirty="0"/>
              <a:t>Opening:
Retrieval is how the hash table finds a value that is already stored. It uses the same hashing process that was used during insertion.
Step-by-step:
The user provides a key. The table hashes that key again and maps the result to a bucket index. Then the structure jumps directly to that bucket instead of searching through every item.
Collision connection:
If only one entry is stored at that bucket, the value can be returned immediately. If multiple entries exist because of collisions, the table checks inside the bucket or follows the probing sequence until it finds the matching key.
Important takeaway:
The reason retrieval is usually fast is consistency. The same key produces the same bucket location, so the table knows where to begin looking.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000" dirty="0"/>
              <a:t>Opening:
Deletion removes a key-value pair from the hash table, but it still begins with the same basic idea: hash the key to locate the correct position.
Step-by-step:
First, the key is passed through the hash function. Next, the index is calculated. Then the table searches that bucket or probing sequence for the matching key-value pair. Once it finds the correct entry, it removes it.
Collision connection:
The exact removal process depends on the collision method. With separate chaining, the entry may be removed from a list. With open addressing, deletion must be handled carefully so future searches still work correctly.
Important takeaway:
Deletion is not just about erasing data. It also has to preserve the consistency of the structure so later operations continue to find the right entries.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000" dirty="0"/>
              <a:t>Opening:
Hash tables are useful because they make data access fast and organized. They are designed for situations where we need to store data and retrieve it quickly by key.
Connect to the slide:
The slide shows the main use: direct mapping between keys and values. Instead of checking records sequentially, the table uses the key to compute where the value should be.
Practical meaning:
This is especially helpful for large datasets. The larger the dataset becomes, the more valuable it is to avoid searching through everything one item at a time. Hash tables reduce that unnecessary work by jumping to the most relevant bucket.
Important takeaway:
The main use of a hash table is efficient storage and retrieval. It organizes data so lookup operations can stay fast even as the amount of data increases.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000" dirty="0"/>
              <a:t>Opening:
The biggest advantage of hash tables is performance. On average, insertion, deletion, and retrieval can run in constant time, written as O(1).
Explain O(1) simply:
Constant time means the operation does not normally grow in proportion to the size of the dataset. The table uses the hash function to jump directly to the bucket instead of moving through every stored item.
Other advantages:
Hash tables are also simple in structure because they are built around an array, but they are powerful because the hash function gives direct access. They reduce computational overhead and are efficient for large amounts of data.
Important takeaway:
A hash table is valuable because it combines a simple storage structure with a fast access method. That is why it is one of the most useful tools for efficient data handling.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000" dirty="0"/>
              <a:t>Opening:
Hash tables are fast, but they are not perfect. Their performance depends on good design choices.
Discuss collisions:
The first disadvantage is collisions. When multiple keys map to the same bucket, the table needs extra work to find the correct entry. If collisions become frequent, the hash table can lose some of its speed advantage.
Discuss memory and quality:
Another disadvantage is memory usage. Hash tables may require extra space for buckets, lists, or unused slots. Also, performance depends heavily on the quality of the hash function. A poor hash function can distribute keys unevenly and cause many collisions.
Important takeaway:
Hash tables are extremely efficient on average, but not automatically efficient in every case. Their success depends on good hashing, appropriate size, and effective collision handling.</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000" dirty="0"/>
              <a:t>Opening:
Hash tables are important because they improve efficiency in computing systems. They reduce the amount of time needed to access, insert, and delete stored data.
Connect to earlier slides:
Everything we discussed builds toward this point. The hash function computes a position, the modulo step maps it to a bucket, and collision handling keeps the table working when keys overlap. Together, those pieces create a structure designed for speed.
Why this matters:
In performance-critical tasks, even small delays can matter. A structure that avoids full sequential searching can make programs more responsive and scalable.
Important takeaway:
Hash tables are not just an isolated topic. They are a foundation for understanding efficient data organization. Knowing how they work helps explain why many modern computing systems can access information quickly.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000" dirty="0"/>
              <a:t>Opening:
To finish, it is important to separate two ideas that both use the word hashing: hashing in data structures and password hashing.
Data structure hashing:
In hash tables, the goal is speed and efficiency. The hash function should compute quickly so the table can insert, retrieve, and delete data fast.
Password hashing:
Password hashing has a different goal. It focuses on security. It is designed to protect sensitive data and make it difficult to reverse the result back into the original password.
Compare the goals:
Both concepts involve transforming input into a hash value, but they are designed for different purposes. Hash tables prioritize fast access. Password hashing prioritizes protection.
Closing:
That difference matters because the best design depends on the application. Hashing is not one single goal; it changes based on whether the system needs speed, security, or both.</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1711E39-CA83-4B4E-B3CD-CC4BED5A4C15}" type="datetime1">
              <a:rPr lang="en-US" smtClean="0"/>
              <a:t>4/30/2026</a:t>
            </a:fld>
            <a:endParaRPr lang="en-US"/>
          </a:p>
        </p:txBody>
      </p:sp>
      <p:sp>
        <p:nvSpPr>
          <p:cNvPr id="5" name="Footer Placeholder 4"/>
          <p:cNvSpPr>
            <a:spLocks noGrp="1"/>
          </p:cNvSpPr>
          <p:nvPr>
            <p:ph type="ftr" sz="quarter" idx="11"/>
          </p:nvPr>
        </p:nvSpPr>
        <p:spPr/>
        <p:txBody>
          <a:bodyPr/>
          <a:lstStyle/>
          <a:p>
            <a:r>
              <a:rPr lang="en-US"/>
              <a:t>Julien&amp;Jacobs                                           Data Structures Final Presentation</a:t>
            </a:r>
          </a:p>
        </p:txBody>
      </p:sp>
      <p:sp>
        <p:nvSpPr>
          <p:cNvPr id="6" name="Slide Number Placeholder 5"/>
          <p:cNvSpPr>
            <a:spLocks noGrp="1"/>
          </p:cNvSpPr>
          <p:nvPr>
            <p:ph type="sldNum" sz="quarter" idx="12"/>
          </p:nvPr>
        </p:nvSpPr>
        <p:spPr/>
        <p:txBody>
          <a:bodyPr/>
          <a:lstStyle/>
          <a:p>
            <a:fld id="{A1A095B6-8AC7-4482-A4D6-2B61F03BF549}" type="slidenum">
              <a:rPr lang="en-US" smtClean="0"/>
              <a:t>‹#›</a:t>
            </a:fld>
            <a:endParaRPr lang="en-US"/>
          </a:p>
        </p:txBody>
      </p:sp>
    </p:spTree>
    <p:extLst>
      <p:ext uri="{BB962C8B-B14F-4D97-AF65-F5344CB8AC3E}">
        <p14:creationId xmlns:p14="http://schemas.microsoft.com/office/powerpoint/2010/main" val="15880252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F00F2A-CF38-4B26-AFA6-DDACB30B45B8}" type="datetime1">
              <a:rPr lang="en-US" smtClean="0"/>
              <a:t>4/30/2026</a:t>
            </a:fld>
            <a:endParaRPr lang="en-US"/>
          </a:p>
        </p:txBody>
      </p:sp>
      <p:sp>
        <p:nvSpPr>
          <p:cNvPr id="5" name="Footer Placeholder 4"/>
          <p:cNvSpPr>
            <a:spLocks noGrp="1"/>
          </p:cNvSpPr>
          <p:nvPr>
            <p:ph type="ftr" sz="quarter" idx="11"/>
          </p:nvPr>
        </p:nvSpPr>
        <p:spPr/>
        <p:txBody>
          <a:bodyPr/>
          <a:lstStyle/>
          <a:p>
            <a:r>
              <a:rPr lang="en-US"/>
              <a:t>Julien&amp;Jacobs                                           Data Structures Final Presentation</a:t>
            </a:r>
          </a:p>
        </p:txBody>
      </p:sp>
      <p:sp>
        <p:nvSpPr>
          <p:cNvPr id="6" name="Slide Number Placeholder 5"/>
          <p:cNvSpPr>
            <a:spLocks noGrp="1"/>
          </p:cNvSpPr>
          <p:nvPr>
            <p:ph type="sldNum" sz="quarter" idx="12"/>
          </p:nvPr>
        </p:nvSpPr>
        <p:spPr/>
        <p:txBody>
          <a:bodyPr/>
          <a:lstStyle/>
          <a:p>
            <a:fld id="{A1A095B6-8AC7-4482-A4D6-2B61F03BF549}" type="slidenum">
              <a:rPr lang="en-US" smtClean="0"/>
              <a:t>‹#›</a:t>
            </a:fld>
            <a:endParaRPr lang="en-US"/>
          </a:p>
        </p:txBody>
      </p:sp>
    </p:spTree>
    <p:extLst>
      <p:ext uri="{BB962C8B-B14F-4D97-AF65-F5344CB8AC3E}">
        <p14:creationId xmlns:p14="http://schemas.microsoft.com/office/powerpoint/2010/main" val="27638810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shade val="82000"/>
                  </a:schemeClr>
                </a:solidFill>
              </a:defRPr>
            </a:lvl1pPr>
            <a:lvl2pPr marL="457200" indent="0">
              <a:buNone/>
              <a:defRPr sz="2000">
                <a:solidFill>
                  <a:schemeClr val="tx1">
                    <a:shade val="82000"/>
                  </a:schemeClr>
                </a:solidFill>
              </a:defRPr>
            </a:lvl2pPr>
            <a:lvl3pPr marL="914400" indent="0">
              <a:buNone/>
              <a:defRPr sz="1800">
                <a:solidFill>
                  <a:schemeClr val="tx1">
                    <a:shade val="82000"/>
                  </a:schemeClr>
                </a:solidFill>
              </a:defRPr>
            </a:lvl3pPr>
            <a:lvl4pPr marL="1371600" indent="0">
              <a:buNone/>
              <a:defRPr sz="1600">
                <a:solidFill>
                  <a:schemeClr val="tx1">
                    <a:shade val="82000"/>
                  </a:schemeClr>
                </a:solidFill>
              </a:defRPr>
            </a:lvl4pPr>
            <a:lvl5pPr marL="1828800" indent="0">
              <a:buNone/>
              <a:defRPr sz="1600">
                <a:solidFill>
                  <a:schemeClr val="tx1">
                    <a:shade val="82000"/>
                  </a:schemeClr>
                </a:solidFill>
              </a:defRPr>
            </a:lvl5pPr>
            <a:lvl6pPr marL="2286000" indent="0">
              <a:buNone/>
              <a:defRPr sz="1600">
                <a:solidFill>
                  <a:schemeClr val="tx1">
                    <a:shade val="82000"/>
                  </a:schemeClr>
                </a:solidFill>
              </a:defRPr>
            </a:lvl6pPr>
            <a:lvl7pPr marL="2743200" indent="0">
              <a:buNone/>
              <a:defRPr sz="1600">
                <a:solidFill>
                  <a:schemeClr val="tx1">
                    <a:shade val="82000"/>
                  </a:schemeClr>
                </a:solidFill>
              </a:defRPr>
            </a:lvl7pPr>
            <a:lvl8pPr marL="3200400" indent="0">
              <a:buNone/>
              <a:defRPr sz="1600">
                <a:solidFill>
                  <a:schemeClr val="tx1">
                    <a:shade val="82000"/>
                  </a:schemeClr>
                </a:solidFill>
              </a:defRPr>
            </a:lvl8pPr>
            <a:lvl9pPr marL="3657600" indent="0">
              <a:buNone/>
              <a:defRPr sz="1600">
                <a:solidFill>
                  <a:schemeClr val="tx1">
                    <a:shade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5AABAD0-EC52-49F3-8A1E-AEE21030BA64}" type="datetime1">
              <a:rPr lang="en-US" smtClean="0"/>
              <a:t>4/30/2026</a:t>
            </a:fld>
            <a:endParaRPr lang="en-US"/>
          </a:p>
        </p:txBody>
      </p:sp>
      <p:sp>
        <p:nvSpPr>
          <p:cNvPr id="5" name="Footer Placeholder 4"/>
          <p:cNvSpPr>
            <a:spLocks noGrp="1"/>
          </p:cNvSpPr>
          <p:nvPr>
            <p:ph type="ftr" sz="quarter" idx="11"/>
          </p:nvPr>
        </p:nvSpPr>
        <p:spPr/>
        <p:txBody>
          <a:bodyPr/>
          <a:lstStyle/>
          <a:p>
            <a:r>
              <a:rPr lang="en-US"/>
              <a:t>Julien&amp;Jacobs                                           Data Structures Final Presentation</a:t>
            </a:r>
          </a:p>
        </p:txBody>
      </p:sp>
      <p:sp>
        <p:nvSpPr>
          <p:cNvPr id="6" name="Slide Number Placeholder 5"/>
          <p:cNvSpPr>
            <a:spLocks noGrp="1"/>
          </p:cNvSpPr>
          <p:nvPr>
            <p:ph type="sldNum" sz="quarter" idx="12"/>
          </p:nvPr>
        </p:nvSpPr>
        <p:spPr/>
        <p:txBody>
          <a:bodyPr/>
          <a:lstStyle/>
          <a:p>
            <a:fld id="{A1A095B6-8AC7-4482-A4D6-2B61F03BF549}" type="slidenum">
              <a:rPr lang="en-US" smtClean="0"/>
              <a:t>‹#›</a:t>
            </a:fld>
            <a:endParaRPr lang="en-US"/>
          </a:p>
        </p:txBody>
      </p:sp>
    </p:spTree>
    <p:extLst>
      <p:ext uri="{BB962C8B-B14F-4D97-AF65-F5344CB8AC3E}">
        <p14:creationId xmlns:p14="http://schemas.microsoft.com/office/powerpoint/2010/main" val="16400389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DC388A6-17E9-4601-8464-64D80600B0E7}" type="datetime1">
              <a:rPr lang="en-US" smtClean="0"/>
              <a:t>4/30/2026</a:t>
            </a:fld>
            <a:endParaRPr lang="en-US"/>
          </a:p>
        </p:txBody>
      </p:sp>
      <p:sp>
        <p:nvSpPr>
          <p:cNvPr id="6" name="Footer Placeholder 5"/>
          <p:cNvSpPr>
            <a:spLocks noGrp="1"/>
          </p:cNvSpPr>
          <p:nvPr>
            <p:ph type="ftr" sz="quarter" idx="11"/>
          </p:nvPr>
        </p:nvSpPr>
        <p:spPr/>
        <p:txBody>
          <a:bodyPr/>
          <a:lstStyle/>
          <a:p>
            <a:r>
              <a:rPr lang="en-US"/>
              <a:t>Julien&amp;Jacobs                                           Data Structures Final Presentation</a:t>
            </a:r>
          </a:p>
        </p:txBody>
      </p:sp>
      <p:sp>
        <p:nvSpPr>
          <p:cNvPr id="7" name="Slide Number Placeholder 6"/>
          <p:cNvSpPr>
            <a:spLocks noGrp="1"/>
          </p:cNvSpPr>
          <p:nvPr>
            <p:ph type="sldNum" sz="quarter" idx="12"/>
          </p:nvPr>
        </p:nvSpPr>
        <p:spPr/>
        <p:txBody>
          <a:bodyPr/>
          <a:lstStyle/>
          <a:p>
            <a:fld id="{A1A095B6-8AC7-4482-A4D6-2B61F03BF549}" type="slidenum">
              <a:rPr lang="en-US" smtClean="0"/>
              <a:t>‹#›</a:t>
            </a:fld>
            <a:endParaRPr lang="en-US"/>
          </a:p>
        </p:txBody>
      </p:sp>
    </p:spTree>
    <p:extLst>
      <p:ext uri="{BB962C8B-B14F-4D97-AF65-F5344CB8AC3E}">
        <p14:creationId xmlns:p14="http://schemas.microsoft.com/office/powerpoint/2010/main" val="30319245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15E93EC-2BE6-4276-B623-CFAF2A84E8DC}" type="datetime1">
              <a:rPr lang="en-US" smtClean="0"/>
              <a:t>4/30/2026</a:t>
            </a:fld>
            <a:endParaRPr lang="en-US"/>
          </a:p>
        </p:txBody>
      </p:sp>
      <p:sp>
        <p:nvSpPr>
          <p:cNvPr id="8" name="Footer Placeholder 7"/>
          <p:cNvSpPr>
            <a:spLocks noGrp="1"/>
          </p:cNvSpPr>
          <p:nvPr>
            <p:ph type="ftr" sz="quarter" idx="11"/>
          </p:nvPr>
        </p:nvSpPr>
        <p:spPr/>
        <p:txBody>
          <a:bodyPr/>
          <a:lstStyle/>
          <a:p>
            <a:r>
              <a:rPr lang="en-US"/>
              <a:t>Julien&amp;Jacobs                                           Data Structures Final Presentation</a:t>
            </a:r>
          </a:p>
        </p:txBody>
      </p:sp>
      <p:sp>
        <p:nvSpPr>
          <p:cNvPr id="9" name="Slide Number Placeholder 8"/>
          <p:cNvSpPr>
            <a:spLocks noGrp="1"/>
          </p:cNvSpPr>
          <p:nvPr>
            <p:ph type="sldNum" sz="quarter" idx="12"/>
          </p:nvPr>
        </p:nvSpPr>
        <p:spPr/>
        <p:txBody>
          <a:bodyPr/>
          <a:lstStyle/>
          <a:p>
            <a:fld id="{A1A095B6-8AC7-4482-A4D6-2B61F03BF549}" type="slidenum">
              <a:rPr lang="en-US" smtClean="0"/>
              <a:t>‹#›</a:t>
            </a:fld>
            <a:endParaRPr lang="en-US"/>
          </a:p>
        </p:txBody>
      </p:sp>
    </p:spTree>
    <p:extLst>
      <p:ext uri="{BB962C8B-B14F-4D97-AF65-F5344CB8AC3E}">
        <p14:creationId xmlns:p14="http://schemas.microsoft.com/office/powerpoint/2010/main" val="8966997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B3589E2-E5E5-4CD7-8A57-615EADEB62D7}" type="datetime1">
              <a:rPr lang="en-US" smtClean="0"/>
              <a:t>4/30/2026</a:t>
            </a:fld>
            <a:endParaRPr lang="en-US"/>
          </a:p>
        </p:txBody>
      </p:sp>
      <p:sp>
        <p:nvSpPr>
          <p:cNvPr id="4" name="Footer Placeholder 3"/>
          <p:cNvSpPr>
            <a:spLocks noGrp="1"/>
          </p:cNvSpPr>
          <p:nvPr>
            <p:ph type="ftr" sz="quarter" idx="11"/>
          </p:nvPr>
        </p:nvSpPr>
        <p:spPr/>
        <p:txBody>
          <a:bodyPr/>
          <a:lstStyle/>
          <a:p>
            <a:r>
              <a:rPr lang="en-US"/>
              <a:t>Julien&amp;Jacobs                                           Data Structures Final Presentation</a:t>
            </a:r>
          </a:p>
        </p:txBody>
      </p:sp>
      <p:sp>
        <p:nvSpPr>
          <p:cNvPr id="5" name="Slide Number Placeholder 4"/>
          <p:cNvSpPr>
            <a:spLocks noGrp="1"/>
          </p:cNvSpPr>
          <p:nvPr>
            <p:ph type="sldNum" sz="quarter" idx="12"/>
          </p:nvPr>
        </p:nvSpPr>
        <p:spPr/>
        <p:txBody>
          <a:bodyPr/>
          <a:lstStyle/>
          <a:p>
            <a:fld id="{A1A095B6-8AC7-4482-A4D6-2B61F03BF549}" type="slidenum">
              <a:rPr lang="en-US" smtClean="0"/>
              <a:t>‹#›</a:t>
            </a:fld>
            <a:endParaRPr lang="en-US"/>
          </a:p>
        </p:txBody>
      </p:sp>
    </p:spTree>
    <p:extLst>
      <p:ext uri="{BB962C8B-B14F-4D97-AF65-F5344CB8AC3E}">
        <p14:creationId xmlns:p14="http://schemas.microsoft.com/office/powerpoint/2010/main" val="40161408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CD7C398-0352-4AAB-A145-AAB7CA926691}" type="datetime1">
              <a:rPr lang="en-US" smtClean="0"/>
              <a:t>4/30/2026</a:t>
            </a:fld>
            <a:endParaRPr lang="en-US"/>
          </a:p>
        </p:txBody>
      </p:sp>
      <p:sp>
        <p:nvSpPr>
          <p:cNvPr id="3" name="Footer Placeholder 2"/>
          <p:cNvSpPr>
            <a:spLocks noGrp="1"/>
          </p:cNvSpPr>
          <p:nvPr>
            <p:ph type="ftr" sz="quarter" idx="11"/>
          </p:nvPr>
        </p:nvSpPr>
        <p:spPr/>
        <p:txBody>
          <a:bodyPr/>
          <a:lstStyle/>
          <a:p>
            <a:r>
              <a:rPr lang="en-US"/>
              <a:t>Julien&amp;Jacobs                                           Data Structures Final Presentation</a:t>
            </a:r>
          </a:p>
        </p:txBody>
      </p:sp>
      <p:sp>
        <p:nvSpPr>
          <p:cNvPr id="4" name="Slide Number Placeholder 3"/>
          <p:cNvSpPr>
            <a:spLocks noGrp="1"/>
          </p:cNvSpPr>
          <p:nvPr>
            <p:ph type="sldNum" sz="quarter" idx="12"/>
          </p:nvPr>
        </p:nvSpPr>
        <p:spPr/>
        <p:txBody>
          <a:bodyPr/>
          <a:lstStyle/>
          <a:p>
            <a:fld id="{A1A095B6-8AC7-4482-A4D6-2B61F03BF549}" type="slidenum">
              <a:rPr lang="en-US" smtClean="0"/>
              <a:t>‹#›</a:t>
            </a:fld>
            <a:endParaRPr lang="en-US"/>
          </a:p>
        </p:txBody>
      </p:sp>
    </p:spTree>
    <p:extLst>
      <p:ext uri="{BB962C8B-B14F-4D97-AF65-F5344CB8AC3E}">
        <p14:creationId xmlns:p14="http://schemas.microsoft.com/office/powerpoint/2010/main" val="1099116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9405ABF-FC0A-4FE1-9CEB-5CFE959B11C7}" type="datetime1">
              <a:rPr lang="en-US" smtClean="0"/>
              <a:t>4/30/2026</a:t>
            </a:fld>
            <a:endParaRPr lang="en-US"/>
          </a:p>
        </p:txBody>
      </p:sp>
      <p:sp>
        <p:nvSpPr>
          <p:cNvPr id="6" name="Footer Placeholder 5"/>
          <p:cNvSpPr>
            <a:spLocks noGrp="1"/>
          </p:cNvSpPr>
          <p:nvPr>
            <p:ph type="ftr" sz="quarter" idx="11"/>
          </p:nvPr>
        </p:nvSpPr>
        <p:spPr/>
        <p:txBody>
          <a:bodyPr/>
          <a:lstStyle/>
          <a:p>
            <a:r>
              <a:rPr lang="en-US"/>
              <a:t>Julien&amp;Jacobs                                           Data Structures Final Presentation</a:t>
            </a:r>
          </a:p>
        </p:txBody>
      </p:sp>
      <p:sp>
        <p:nvSpPr>
          <p:cNvPr id="7" name="Slide Number Placeholder 6"/>
          <p:cNvSpPr>
            <a:spLocks noGrp="1"/>
          </p:cNvSpPr>
          <p:nvPr>
            <p:ph type="sldNum" sz="quarter" idx="12"/>
          </p:nvPr>
        </p:nvSpPr>
        <p:spPr/>
        <p:txBody>
          <a:bodyPr/>
          <a:lstStyle/>
          <a:p>
            <a:fld id="{A1A095B6-8AC7-4482-A4D6-2B61F03BF549}" type="slidenum">
              <a:rPr lang="en-US" smtClean="0"/>
              <a:t>‹#›</a:t>
            </a:fld>
            <a:endParaRPr lang="en-US"/>
          </a:p>
        </p:txBody>
      </p:sp>
    </p:spTree>
    <p:extLst>
      <p:ext uri="{BB962C8B-B14F-4D97-AF65-F5344CB8AC3E}">
        <p14:creationId xmlns:p14="http://schemas.microsoft.com/office/powerpoint/2010/main" val="41562888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44947DE-00E3-4DAA-A2EB-F3C82A1AB2A9}" type="datetime1">
              <a:rPr lang="en-US" smtClean="0"/>
              <a:t>4/30/2026</a:t>
            </a:fld>
            <a:endParaRPr lang="en-US"/>
          </a:p>
        </p:txBody>
      </p:sp>
      <p:sp>
        <p:nvSpPr>
          <p:cNvPr id="6" name="Footer Placeholder 5"/>
          <p:cNvSpPr>
            <a:spLocks noGrp="1"/>
          </p:cNvSpPr>
          <p:nvPr>
            <p:ph type="ftr" sz="quarter" idx="11"/>
          </p:nvPr>
        </p:nvSpPr>
        <p:spPr/>
        <p:txBody>
          <a:bodyPr/>
          <a:lstStyle/>
          <a:p>
            <a:r>
              <a:rPr lang="en-US"/>
              <a:t>Julien&amp;Jacobs                                           Data Structures Final Presentation</a:t>
            </a:r>
          </a:p>
        </p:txBody>
      </p:sp>
      <p:sp>
        <p:nvSpPr>
          <p:cNvPr id="7" name="Slide Number Placeholder 6"/>
          <p:cNvSpPr>
            <a:spLocks noGrp="1"/>
          </p:cNvSpPr>
          <p:nvPr>
            <p:ph type="sldNum" sz="quarter" idx="12"/>
          </p:nvPr>
        </p:nvSpPr>
        <p:spPr/>
        <p:txBody>
          <a:bodyPr/>
          <a:lstStyle/>
          <a:p>
            <a:fld id="{A1A095B6-8AC7-4482-A4D6-2B61F03BF549}" type="slidenum">
              <a:rPr lang="en-US" smtClean="0"/>
              <a:t>‹#›</a:t>
            </a:fld>
            <a:endParaRPr lang="en-US"/>
          </a:p>
        </p:txBody>
      </p:sp>
    </p:spTree>
    <p:extLst>
      <p:ext uri="{BB962C8B-B14F-4D97-AF65-F5344CB8AC3E}">
        <p14:creationId xmlns:p14="http://schemas.microsoft.com/office/powerpoint/2010/main" val="7127406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7F2C6BB-F736-4C95-BD33-7A5B660682CD}" type="datetime1">
              <a:rPr lang="en-US" smtClean="0"/>
              <a:t>4/30/2026</a:t>
            </a:fld>
            <a:endParaRPr lang="en-US"/>
          </a:p>
        </p:txBody>
      </p:sp>
      <p:sp>
        <p:nvSpPr>
          <p:cNvPr id="5" name="Footer Placeholder 4"/>
          <p:cNvSpPr>
            <a:spLocks noGrp="1"/>
          </p:cNvSpPr>
          <p:nvPr>
            <p:ph type="ftr" sz="quarter" idx="11"/>
          </p:nvPr>
        </p:nvSpPr>
        <p:spPr/>
        <p:txBody>
          <a:bodyPr/>
          <a:lstStyle/>
          <a:p>
            <a:r>
              <a:rPr lang="en-US"/>
              <a:t>Julien&amp;Jacobs                                           Data Structures Final Presentation</a:t>
            </a:r>
          </a:p>
        </p:txBody>
      </p:sp>
      <p:sp>
        <p:nvSpPr>
          <p:cNvPr id="6" name="Slide Number Placeholder 5"/>
          <p:cNvSpPr>
            <a:spLocks noGrp="1"/>
          </p:cNvSpPr>
          <p:nvPr>
            <p:ph type="sldNum" sz="quarter" idx="12"/>
          </p:nvPr>
        </p:nvSpPr>
        <p:spPr/>
        <p:txBody>
          <a:bodyPr/>
          <a:lstStyle/>
          <a:p>
            <a:fld id="{A1A095B6-8AC7-4482-A4D6-2B61F03BF549}" type="slidenum">
              <a:rPr lang="en-US" smtClean="0"/>
              <a:t>‹#›</a:t>
            </a:fld>
            <a:endParaRPr lang="en-US"/>
          </a:p>
        </p:txBody>
      </p:sp>
    </p:spTree>
    <p:extLst>
      <p:ext uri="{BB962C8B-B14F-4D97-AF65-F5344CB8AC3E}">
        <p14:creationId xmlns:p14="http://schemas.microsoft.com/office/powerpoint/2010/main" val="28057688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53945F8-24E4-4E80-836F-E07189D3CD3C}" type="datetime1">
              <a:rPr lang="en-US" smtClean="0"/>
              <a:t>4/30/2026</a:t>
            </a:fld>
            <a:endParaRPr lang="en-US"/>
          </a:p>
        </p:txBody>
      </p:sp>
      <p:sp>
        <p:nvSpPr>
          <p:cNvPr id="5" name="Footer Placeholder 4"/>
          <p:cNvSpPr>
            <a:spLocks noGrp="1"/>
          </p:cNvSpPr>
          <p:nvPr>
            <p:ph type="ftr" sz="quarter" idx="11"/>
          </p:nvPr>
        </p:nvSpPr>
        <p:spPr/>
        <p:txBody>
          <a:bodyPr/>
          <a:lstStyle/>
          <a:p>
            <a:r>
              <a:rPr lang="en-US"/>
              <a:t>Julien&amp;Jacobs                                           Data Structures Final Presentation</a:t>
            </a:r>
          </a:p>
        </p:txBody>
      </p:sp>
      <p:sp>
        <p:nvSpPr>
          <p:cNvPr id="6" name="Slide Number Placeholder 5"/>
          <p:cNvSpPr>
            <a:spLocks noGrp="1"/>
          </p:cNvSpPr>
          <p:nvPr>
            <p:ph type="sldNum" sz="quarter" idx="12"/>
          </p:nvPr>
        </p:nvSpPr>
        <p:spPr/>
        <p:txBody>
          <a:bodyPr/>
          <a:lstStyle/>
          <a:p>
            <a:fld id="{A1A095B6-8AC7-4482-A4D6-2B61F03BF549}" type="slidenum">
              <a:rPr lang="en-US" smtClean="0"/>
              <a:t>‹#›</a:t>
            </a:fld>
            <a:endParaRPr lang="en-US"/>
          </a:p>
        </p:txBody>
      </p:sp>
    </p:spTree>
    <p:extLst>
      <p:ext uri="{BB962C8B-B14F-4D97-AF65-F5344CB8AC3E}">
        <p14:creationId xmlns:p14="http://schemas.microsoft.com/office/powerpoint/2010/main" val="15408915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18821624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hade val="82000"/>
                  </a:schemeClr>
                </a:solidFill>
              </a:defRPr>
            </a:lvl1pPr>
          </a:lstStyle>
          <a:p>
            <a:fld id="{1B3565B0-8BC8-4730-91A8-9C160037846B}" type="datetime1">
              <a:rPr lang="en-US" smtClean="0"/>
              <a:t>4/30/2026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hade val="82000"/>
                  </a:schemeClr>
                </a:solidFill>
              </a:defRPr>
            </a:lvl1pPr>
          </a:lstStyle>
          <a:p>
            <a:r>
              <a:rPr lang="en-US"/>
              <a:t>Julien&amp;Jacobs                                           Data Structures Final Presentation</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hade val="82000"/>
                  </a:schemeClr>
                </a:solidFill>
              </a:defRPr>
            </a:lvl1pPr>
          </a:lstStyle>
          <a:p>
            <a:fld id="{A1A095B6-8AC7-4482-A4D6-2B61F03BF549}" type="slidenum">
              <a:rPr lang="en-US" smtClean="0"/>
              <a:t>‹#›</a:t>
            </a:fld>
            <a:endParaRPr lang="en-US"/>
          </a:p>
        </p:txBody>
      </p:sp>
    </p:spTree>
    <p:extLst>
      <p:ext uri="{BB962C8B-B14F-4D97-AF65-F5344CB8AC3E}">
        <p14:creationId xmlns:p14="http://schemas.microsoft.com/office/powerpoint/2010/main" val="981122816"/>
      </p:ext>
    </p:extLst>
  </p:cSld>
  <p:clrMap bg1="dk1" tx1="lt1" bg2="dk2" tx2="lt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8" Type="http://schemas.openxmlformats.org/officeDocument/2006/relationships/hyperlink" Target="https://pumpkinprogrammerdotcom4.wordpress.com/2014/06/21/c-tutorial-intro-to-hash-tables/" TargetMode="External"/><Relationship Id="rId3" Type="http://schemas.openxmlformats.org/officeDocument/2006/relationships/hyperlink" Target="https://www.geeksforgeeks.org/dsa/implementation-of-hash-table-in-c-using-separate-chaining/" TargetMode="External"/><Relationship Id="rId7" Type="http://schemas.openxmlformats.org/officeDocument/2006/relationships/hyperlink" Target="https://www.programiz.com/dsa/hash-table" TargetMode="External"/><Relationship Id="rId2" Type="http://schemas.openxmlformats.org/officeDocument/2006/relationships/hyperlink" Target="https://curry.instructure.com/courses/15215/files/2519124?wrap=1" TargetMode="External"/><Relationship Id="rId1" Type="http://schemas.openxmlformats.org/officeDocument/2006/relationships/slideLayout" Target="../slideLayouts/slideLayout2.xml"/><Relationship Id="rId6" Type="http://schemas.openxmlformats.org/officeDocument/2006/relationships/hyperlink" Target="https://medium.com/@mark.winter/implementing-a-hash-table-in-c-14-for-practice-9c4ad6b7cc3e" TargetMode="External"/><Relationship Id="rId5" Type="http://schemas.openxmlformats.org/officeDocument/2006/relationships/hyperlink" Target="https://www.w3schools.com/dsa/dsa_theory_hashtables.php" TargetMode="External"/><Relationship Id="rId4" Type="http://schemas.openxmlformats.org/officeDocument/2006/relationships/hyperlink" Target="https://www.digitalocean.com/community/tutorials/hash-table-in-c-plus-plu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C7A3A-4F03-CF26-EAD3-37CB739B24DF}"/>
              </a:ext>
            </a:extLst>
          </p:cNvPr>
          <p:cNvSpPr>
            <a:spLocks noGrp="1"/>
          </p:cNvSpPr>
          <p:nvPr>
            <p:ph type="ctrTitle"/>
          </p:nvPr>
        </p:nvSpPr>
        <p:spPr>
          <a:xfrm>
            <a:off x="1316476" y="515565"/>
            <a:ext cx="9559047" cy="4143983"/>
          </a:xfrm>
        </p:spPr>
        <p:txBody>
          <a:bodyPr anchor="ctr">
            <a:noAutofit/>
          </a:bodyPr>
          <a:lstStyle/>
          <a:p>
            <a:r>
              <a:rPr lang="en-US" sz="7000" dirty="0">
                <a:solidFill>
                  <a:schemeClr val="bg1"/>
                </a:solidFill>
                <a:latin typeface="Times New Roman" panose="02020603050405020304" pitchFamily="18" charset="0"/>
                <a:cs typeface="Times New Roman" panose="02020603050405020304" pitchFamily="18" charset="0"/>
              </a:rPr>
              <a:t>Hash Tables in C++: Concepts, Implementation, and Performance</a:t>
            </a:r>
          </a:p>
        </p:txBody>
      </p:sp>
      <p:sp>
        <p:nvSpPr>
          <p:cNvPr id="3" name="Subtitle 2">
            <a:extLst>
              <a:ext uri="{FF2B5EF4-FFF2-40B4-BE49-F238E27FC236}">
                <a16:creationId xmlns:a16="http://schemas.microsoft.com/office/drawing/2014/main" id="{D21B4B83-5F2C-F557-84D8-4010460767E8}"/>
              </a:ext>
            </a:extLst>
          </p:cNvPr>
          <p:cNvSpPr>
            <a:spLocks noGrp="1"/>
          </p:cNvSpPr>
          <p:nvPr>
            <p:ph type="subTitle" idx="1"/>
          </p:nvPr>
        </p:nvSpPr>
        <p:spPr>
          <a:xfrm>
            <a:off x="1524000" y="5350211"/>
            <a:ext cx="9144000" cy="719847"/>
          </a:xfrm>
        </p:spPr>
        <p:txBody>
          <a:bodyPr>
            <a:normAutofit/>
          </a:bodyPr>
          <a:lstStyle/>
          <a:p>
            <a:r>
              <a:rPr lang="en-US" sz="4000" dirty="0">
                <a:solidFill>
                  <a:schemeClr val="bg1"/>
                </a:solidFill>
                <a:latin typeface="Times New Roman" panose="02020603050405020304" pitchFamily="18" charset="0"/>
                <a:cs typeface="Times New Roman" panose="02020603050405020304" pitchFamily="18" charset="0"/>
              </a:rPr>
              <a:t>By: Jaidan Julien &amp; Nicolas Jacobs</a:t>
            </a:r>
          </a:p>
        </p:txBody>
      </p:sp>
      <p:sp>
        <p:nvSpPr>
          <p:cNvPr id="9" name="Shape 0">
            <a:extLst>
              <a:ext uri="{FF2B5EF4-FFF2-40B4-BE49-F238E27FC236}">
                <a16:creationId xmlns:a16="http://schemas.microsoft.com/office/drawing/2014/main" id="{38A094E7-146D-671C-408C-6F04CDB0D4FA}"/>
              </a:ext>
            </a:extLst>
          </p:cNvPr>
          <p:cNvSpPr/>
          <p:nvPr/>
        </p:nvSpPr>
        <p:spPr>
          <a:xfrm>
            <a:off x="-16147" y="-22568"/>
            <a:ext cx="109728" cy="6880568"/>
          </a:xfrm>
          <a:prstGeom prst="rect">
            <a:avLst/>
          </a:prstGeom>
          <a:solidFill>
            <a:srgbClr val="47D7FF"/>
          </a:solidFill>
          <a:ln w="12700">
            <a:solidFill>
              <a:srgbClr val="47D7FF">
                <a:alpha val="0"/>
              </a:srgbClr>
            </a:solidFill>
            <a:prstDash val="solid"/>
          </a:ln>
        </p:spPr>
        <p:txBody>
          <a:bodyPr/>
          <a:lstStyle/>
          <a:p>
            <a:endParaRPr lang="en-US"/>
          </a:p>
        </p:txBody>
      </p:sp>
      <p:sp>
        <p:nvSpPr>
          <p:cNvPr id="10" name="Shape 0">
            <a:extLst>
              <a:ext uri="{FF2B5EF4-FFF2-40B4-BE49-F238E27FC236}">
                <a16:creationId xmlns:a16="http://schemas.microsoft.com/office/drawing/2014/main" id="{57C4CD39-7CE9-1C5E-9E39-86F4140485FD}"/>
              </a:ext>
            </a:extLst>
          </p:cNvPr>
          <p:cNvSpPr/>
          <p:nvPr/>
        </p:nvSpPr>
        <p:spPr>
          <a:xfrm>
            <a:off x="12049651" y="-22568"/>
            <a:ext cx="137160" cy="6880568"/>
          </a:xfrm>
          <a:prstGeom prst="rect">
            <a:avLst/>
          </a:prstGeom>
          <a:solidFill>
            <a:srgbClr val="47D7FF"/>
          </a:solidFill>
          <a:ln w="12700">
            <a:solidFill>
              <a:srgbClr val="47D7FF">
                <a:alpha val="0"/>
              </a:srgbClr>
            </a:solidFill>
            <a:prstDash val="solid"/>
          </a:ln>
        </p:spPr>
        <p:txBody>
          <a:bodyPr/>
          <a:lstStyle/>
          <a:p>
            <a:endParaRPr lang="en-US"/>
          </a:p>
        </p:txBody>
      </p:sp>
      <p:sp>
        <p:nvSpPr>
          <p:cNvPr id="11" name="Footer Placeholder 6">
            <a:extLst>
              <a:ext uri="{FF2B5EF4-FFF2-40B4-BE49-F238E27FC236}">
                <a16:creationId xmlns:a16="http://schemas.microsoft.com/office/drawing/2014/main" id="{ABB0C7C6-A6CC-3672-CC4C-0174E9F98FF5}"/>
              </a:ext>
            </a:extLst>
          </p:cNvPr>
          <p:cNvSpPr txBox="1">
            <a:spLocks/>
          </p:cNvSpPr>
          <p:nvPr/>
        </p:nvSpPr>
        <p:spPr>
          <a:xfrm>
            <a:off x="93582" y="6464808"/>
            <a:ext cx="11956069" cy="393192"/>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000" dirty="0">
                <a:solidFill>
                  <a:schemeClr val="bg1"/>
                </a:solidFill>
                <a:latin typeface="Times New Roman" panose="02020603050405020304" pitchFamily="18" charset="0"/>
                <a:cs typeface="Times New Roman" panose="02020603050405020304" pitchFamily="18" charset="0"/>
              </a:rPr>
              <a:t>Julien &amp; Jacobs                                           Data Structures 2: Final Presentation                                                    1         </a:t>
            </a:r>
          </a:p>
        </p:txBody>
      </p:sp>
    </p:spTree>
    <p:extLst>
      <p:ext uri="{BB962C8B-B14F-4D97-AF65-F5344CB8AC3E}">
        <p14:creationId xmlns:p14="http://schemas.microsoft.com/office/powerpoint/2010/main" val="17066431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A3FF31-5828-476A-C307-E1EAEB6FEB52}"/>
              </a:ext>
            </a:extLst>
          </p:cNvPr>
          <p:cNvSpPr>
            <a:spLocks noGrp="1"/>
          </p:cNvSpPr>
          <p:nvPr>
            <p:ph type="title"/>
          </p:nvPr>
        </p:nvSpPr>
        <p:spPr/>
        <p:txBody>
          <a:bodyPr>
            <a:normAutofit/>
          </a:bodyPr>
          <a:lstStyle/>
          <a:p>
            <a:pPr algn="ctr"/>
            <a:r>
              <a:rPr lang="en-US" sz="6000" dirty="0">
                <a:solidFill>
                  <a:schemeClr val="bg1"/>
                </a:solidFill>
                <a:latin typeface="Times New Roman" panose="02020603050405020304" pitchFamily="18" charset="0"/>
                <a:cs typeface="Times New Roman" panose="02020603050405020304" pitchFamily="18" charset="0"/>
              </a:rPr>
              <a:t>Team Roles and Contributions</a:t>
            </a:r>
            <a:endParaRPr lang="en-US" sz="6000" dirty="0">
              <a:solidFill>
                <a:schemeClr val="bg1"/>
              </a:solidFill>
            </a:endParaRPr>
          </a:p>
        </p:txBody>
      </p:sp>
      <p:sp>
        <p:nvSpPr>
          <p:cNvPr id="3" name="Content Placeholder 2">
            <a:extLst>
              <a:ext uri="{FF2B5EF4-FFF2-40B4-BE49-F238E27FC236}">
                <a16:creationId xmlns:a16="http://schemas.microsoft.com/office/drawing/2014/main" id="{857CC0CC-0D4D-A458-0F31-9D78190DA255}"/>
              </a:ext>
            </a:extLst>
          </p:cNvPr>
          <p:cNvSpPr>
            <a:spLocks noGrp="1"/>
          </p:cNvSpPr>
          <p:nvPr>
            <p:ph idx="1"/>
          </p:nvPr>
        </p:nvSpPr>
        <p:spPr/>
        <p:txBody>
          <a:bodyPr>
            <a:normAutofit/>
          </a:bodyPr>
          <a:lstStyle/>
          <a:p>
            <a:pPr marL="0" indent="0">
              <a:lnSpc>
                <a:spcPct val="100000"/>
              </a:lnSpc>
              <a:buNone/>
            </a:pPr>
            <a:r>
              <a:rPr lang="en-US" sz="3000" b="1" dirty="0">
                <a:solidFill>
                  <a:schemeClr val="bg1"/>
                </a:solidFill>
                <a:latin typeface="Times New Roman" panose="02020603050405020304" pitchFamily="18" charset="0"/>
                <a:cs typeface="Times New Roman" panose="02020603050405020304" pitchFamily="18" charset="0"/>
              </a:rPr>
              <a:t>Jaidan Julien</a:t>
            </a:r>
            <a:r>
              <a:rPr lang="en-US" sz="2500" dirty="0">
                <a:solidFill>
                  <a:schemeClr val="bg1"/>
                </a:solidFill>
                <a:latin typeface="Times New Roman" panose="02020603050405020304" pitchFamily="18" charset="0"/>
                <a:cs typeface="Times New Roman" panose="02020603050405020304" pitchFamily="18" charset="0"/>
              </a:rPr>
              <a:t>:</a:t>
            </a:r>
          </a:p>
          <a:p>
            <a:pPr>
              <a:lnSpc>
                <a:spcPct val="100000"/>
              </a:lnSpc>
            </a:pPr>
            <a:r>
              <a:rPr lang="en-US" sz="2500" dirty="0">
                <a:solidFill>
                  <a:schemeClr val="bg1"/>
                </a:solidFill>
                <a:latin typeface="Times New Roman" panose="02020603050405020304" pitchFamily="18" charset="0"/>
                <a:cs typeface="Times New Roman" panose="02020603050405020304" pitchFamily="18" charset="0"/>
              </a:rPr>
              <a:t>Requirements Engineer</a:t>
            </a:r>
          </a:p>
          <a:p>
            <a:pPr>
              <a:lnSpc>
                <a:spcPct val="100000"/>
              </a:lnSpc>
            </a:pPr>
            <a:r>
              <a:rPr lang="en-US" sz="2500" dirty="0">
                <a:solidFill>
                  <a:schemeClr val="bg1"/>
                </a:solidFill>
                <a:latin typeface="Times New Roman" panose="02020603050405020304" pitchFamily="18" charset="0"/>
                <a:cs typeface="Times New Roman" panose="02020603050405020304" pitchFamily="18" charset="0"/>
              </a:rPr>
              <a:t>App Engineer &amp; Design Engineer</a:t>
            </a:r>
          </a:p>
          <a:p>
            <a:pPr>
              <a:lnSpc>
                <a:spcPct val="100000"/>
              </a:lnSpc>
            </a:pPr>
            <a:r>
              <a:rPr lang="en-US" sz="2500" dirty="0">
                <a:solidFill>
                  <a:schemeClr val="bg1"/>
                </a:solidFill>
                <a:latin typeface="Times New Roman" panose="02020603050405020304" pitchFamily="18" charset="0"/>
                <a:cs typeface="Times New Roman" panose="02020603050405020304" pitchFamily="18" charset="0"/>
              </a:rPr>
              <a:t>Slides 1-9</a:t>
            </a:r>
          </a:p>
          <a:p>
            <a:pPr marL="0" indent="0">
              <a:lnSpc>
                <a:spcPct val="100000"/>
              </a:lnSpc>
              <a:buNone/>
            </a:pPr>
            <a:r>
              <a:rPr lang="en-US" sz="3000" b="1" dirty="0">
                <a:solidFill>
                  <a:schemeClr val="bg1"/>
                </a:solidFill>
                <a:latin typeface="Times New Roman" panose="02020603050405020304" pitchFamily="18" charset="0"/>
                <a:cs typeface="Times New Roman" panose="02020603050405020304" pitchFamily="18" charset="0"/>
              </a:rPr>
              <a:t>Nicolas Jacobs</a:t>
            </a:r>
            <a:r>
              <a:rPr lang="en-US" sz="2500" dirty="0">
                <a:solidFill>
                  <a:schemeClr val="bg1"/>
                </a:solidFill>
                <a:latin typeface="Times New Roman" panose="02020603050405020304" pitchFamily="18" charset="0"/>
                <a:cs typeface="Times New Roman" panose="02020603050405020304" pitchFamily="18" charset="0"/>
              </a:rPr>
              <a:t>:</a:t>
            </a:r>
          </a:p>
          <a:p>
            <a:pPr>
              <a:lnSpc>
                <a:spcPct val="100000"/>
              </a:lnSpc>
            </a:pPr>
            <a:r>
              <a:rPr lang="en-US" sz="2500" dirty="0">
                <a:solidFill>
                  <a:schemeClr val="bg1"/>
                </a:solidFill>
                <a:latin typeface="Times New Roman" panose="02020603050405020304" pitchFamily="18" charset="0"/>
                <a:cs typeface="Times New Roman" panose="02020603050405020304" pitchFamily="18" charset="0"/>
              </a:rPr>
              <a:t>Features Engineer</a:t>
            </a:r>
          </a:p>
          <a:p>
            <a:pPr>
              <a:lnSpc>
                <a:spcPct val="100000"/>
              </a:lnSpc>
            </a:pPr>
            <a:r>
              <a:rPr lang="en-US" sz="2500" dirty="0">
                <a:solidFill>
                  <a:schemeClr val="bg1"/>
                </a:solidFill>
                <a:latin typeface="Times New Roman" panose="02020603050405020304" pitchFamily="18" charset="0"/>
                <a:cs typeface="Times New Roman" panose="02020603050405020304" pitchFamily="18" charset="0"/>
              </a:rPr>
              <a:t>App Engineer &amp; Design Engineer</a:t>
            </a:r>
          </a:p>
          <a:p>
            <a:pPr>
              <a:lnSpc>
                <a:spcPct val="100000"/>
              </a:lnSpc>
            </a:pPr>
            <a:r>
              <a:rPr lang="en-US" sz="2500" dirty="0">
                <a:solidFill>
                  <a:schemeClr val="bg1"/>
                </a:solidFill>
                <a:latin typeface="Times New Roman" panose="02020603050405020304" pitchFamily="18" charset="0"/>
                <a:cs typeface="Times New Roman" panose="02020603050405020304" pitchFamily="18" charset="0"/>
              </a:rPr>
              <a:t>Slides 10-18</a:t>
            </a:r>
          </a:p>
        </p:txBody>
      </p:sp>
      <p:sp>
        <p:nvSpPr>
          <p:cNvPr id="8" name="Shape 0">
            <a:extLst>
              <a:ext uri="{FF2B5EF4-FFF2-40B4-BE49-F238E27FC236}">
                <a16:creationId xmlns:a16="http://schemas.microsoft.com/office/drawing/2014/main" id="{7BD3A27A-0235-BC76-3B51-78BAC8E7B9CF}"/>
              </a:ext>
            </a:extLst>
          </p:cNvPr>
          <p:cNvSpPr/>
          <p:nvPr/>
        </p:nvSpPr>
        <p:spPr>
          <a:xfrm>
            <a:off x="-16147" y="-22568"/>
            <a:ext cx="109728" cy="6880568"/>
          </a:xfrm>
          <a:prstGeom prst="rect">
            <a:avLst/>
          </a:prstGeom>
          <a:solidFill>
            <a:srgbClr val="47D7FF"/>
          </a:solidFill>
          <a:ln w="12700">
            <a:solidFill>
              <a:srgbClr val="47D7FF">
                <a:alpha val="0"/>
              </a:srgbClr>
            </a:solidFill>
            <a:prstDash val="solid"/>
          </a:ln>
        </p:spPr>
        <p:txBody>
          <a:bodyPr/>
          <a:lstStyle/>
          <a:p>
            <a:endParaRPr lang="en-US"/>
          </a:p>
        </p:txBody>
      </p:sp>
      <p:sp>
        <p:nvSpPr>
          <p:cNvPr id="9" name="Shape 0">
            <a:extLst>
              <a:ext uri="{FF2B5EF4-FFF2-40B4-BE49-F238E27FC236}">
                <a16:creationId xmlns:a16="http://schemas.microsoft.com/office/drawing/2014/main" id="{563B30F1-EE31-30FC-0394-DB51F105646B}"/>
              </a:ext>
            </a:extLst>
          </p:cNvPr>
          <p:cNvSpPr/>
          <p:nvPr/>
        </p:nvSpPr>
        <p:spPr>
          <a:xfrm>
            <a:off x="12049651" y="-22568"/>
            <a:ext cx="137160" cy="6880568"/>
          </a:xfrm>
          <a:prstGeom prst="rect">
            <a:avLst/>
          </a:prstGeom>
          <a:solidFill>
            <a:srgbClr val="47D7FF"/>
          </a:solidFill>
          <a:ln w="12700">
            <a:solidFill>
              <a:srgbClr val="47D7FF">
                <a:alpha val="0"/>
              </a:srgbClr>
            </a:solidFill>
            <a:prstDash val="solid"/>
          </a:ln>
        </p:spPr>
        <p:txBody>
          <a:bodyPr/>
          <a:lstStyle/>
          <a:p>
            <a:endParaRPr lang="en-US"/>
          </a:p>
        </p:txBody>
      </p:sp>
      <p:sp>
        <p:nvSpPr>
          <p:cNvPr id="12" name="Footer Placeholder 6">
            <a:extLst>
              <a:ext uri="{FF2B5EF4-FFF2-40B4-BE49-F238E27FC236}">
                <a16:creationId xmlns:a16="http://schemas.microsoft.com/office/drawing/2014/main" id="{0EC38C9A-7C4D-E5D2-CDAD-805B6ABDDA16}"/>
              </a:ext>
            </a:extLst>
          </p:cNvPr>
          <p:cNvSpPr txBox="1">
            <a:spLocks/>
          </p:cNvSpPr>
          <p:nvPr/>
        </p:nvSpPr>
        <p:spPr>
          <a:xfrm>
            <a:off x="93582" y="6464808"/>
            <a:ext cx="11956069" cy="393192"/>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000" dirty="0">
                <a:solidFill>
                  <a:schemeClr val="bg1"/>
                </a:solidFill>
                <a:latin typeface="Times New Roman" panose="02020603050405020304" pitchFamily="18" charset="0"/>
                <a:cs typeface="Times New Roman" panose="02020603050405020304" pitchFamily="18" charset="0"/>
              </a:rPr>
              <a:t>Julien &amp; Jacobs                                           Data Structures 2: Final Presentation                                                    2         </a:t>
            </a:r>
          </a:p>
        </p:txBody>
      </p:sp>
    </p:spTree>
    <p:extLst>
      <p:ext uri="{BB962C8B-B14F-4D97-AF65-F5344CB8AC3E}">
        <p14:creationId xmlns:p14="http://schemas.microsoft.com/office/powerpoint/2010/main" val="42853177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1">
    <p:bg>
      <p:bgPr>
        <a:solidFill>
          <a:schemeClr val="tx1"/>
        </a:solidFill>
        <a:effectLst/>
      </p:bgPr>
    </p:bg>
    <p:spTree>
      <p:nvGrpSpPr>
        <p:cNvPr id="1" name=""/>
        <p:cNvGrpSpPr/>
        <p:nvPr/>
      </p:nvGrpSpPr>
      <p:grpSpPr>
        <a:xfrm>
          <a:off x="0" y="0"/>
          <a:ext cx="0" cy="0"/>
          <a:chOff x="0" y="0"/>
          <a:chExt cx="0" cy="0"/>
        </a:xfrm>
      </p:grpSpPr>
      <p:sp>
        <p:nvSpPr>
          <p:cNvPr id="6" name="Text 4"/>
          <p:cNvSpPr/>
          <p:nvPr/>
        </p:nvSpPr>
        <p:spPr>
          <a:xfrm>
            <a:off x="566928" y="393192"/>
            <a:ext cx="3108960" cy="256032"/>
          </a:xfrm>
          <a:prstGeom prst="rect">
            <a:avLst/>
          </a:prstGeom>
          <a:noFill/>
          <a:ln/>
        </p:spPr>
        <p:txBody>
          <a:bodyPr wrap="square" lIns="0" tIns="0" rIns="0" bIns="0" rtlCol="0" anchor="ctr"/>
          <a:lstStyle/>
          <a:p>
            <a:pPr marL="0" indent="0">
              <a:buNone/>
            </a:pPr>
            <a:r>
              <a:rPr lang="en-US" sz="1500" b="1" dirty="0">
                <a:solidFill>
                  <a:srgbClr val="47D7FF"/>
                </a:solidFill>
                <a:latin typeface="Times New Roman" panose="02020603050405020304" pitchFamily="18" charset="0"/>
                <a:ea typeface="Times New Roman" pitchFamily="34" charset="-122"/>
                <a:cs typeface="Times New Roman" panose="02020603050405020304" pitchFamily="18" charset="0"/>
              </a:rPr>
              <a:t>CORE IDEA</a:t>
            </a:r>
            <a:endParaRPr lang="en-US" sz="1500" dirty="0">
              <a:latin typeface="Times New Roman" panose="02020603050405020304" pitchFamily="18" charset="0"/>
              <a:cs typeface="Times New Roman" panose="02020603050405020304" pitchFamily="18" charset="0"/>
            </a:endParaRPr>
          </a:p>
        </p:txBody>
      </p:sp>
      <p:sp>
        <p:nvSpPr>
          <p:cNvPr id="7" name="Text 5"/>
          <p:cNvSpPr/>
          <p:nvPr/>
        </p:nvSpPr>
        <p:spPr>
          <a:xfrm>
            <a:off x="566928" y="658368"/>
            <a:ext cx="9875520" cy="493776"/>
          </a:xfrm>
          <a:prstGeom prst="rect">
            <a:avLst/>
          </a:prstGeom>
          <a:noFill/>
          <a:ln/>
        </p:spPr>
        <p:txBody>
          <a:bodyPr wrap="square" lIns="0" tIns="0" rIns="0" bIns="0" rtlCol="0" anchor="ctr">
            <a:normAutofit/>
          </a:bodyPr>
          <a:lstStyle/>
          <a:p>
            <a:pPr marL="0" indent="0">
              <a:buNone/>
            </a:pPr>
            <a:r>
              <a:rPr lang="en-US" sz="3000" b="1" dirty="0">
                <a:solidFill>
                  <a:schemeClr val="bg1"/>
                </a:solidFill>
                <a:latin typeface="Times New Roman" panose="02020603050405020304" pitchFamily="18" charset="0"/>
                <a:ea typeface="Times New Roman" pitchFamily="34" charset="-122"/>
                <a:cs typeface="Times New Roman" panose="02020603050405020304" pitchFamily="18" charset="0"/>
              </a:rPr>
              <a:t>What are Hash Tables?</a:t>
            </a:r>
            <a:endParaRPr lang="en-US" sz="3000" dirty="0">
              <a:solidFill>
                <a:schemeClr val="bg1"/>
              </a:solidFill>
              <a:latin typeface="Times New Roman" panose="02020603050405020304" pitchFamily="18" charset="0"/>
              <a:cs typeface="Times New Roman" panose="02020603050405020304" pitchFamily="18" charset="0"/>
            </a:endParaRPr>
          </a:p>
        </p:txBody>
      </p:sp>
      <p:sp>
        <p:nvSpPr>
          <p:cNvPr id="8" name="Shape 6"/>
          <p:cNvSpPr/>
          <p:nvPr/>
        </p:nvSpPr>
        <p:spPr>
          <a:xfrm>
            <a:off x="566928" y="1261872"/>
            <a:ext cx="1051560" cy="0"/>
          </a:xfrm>
          <a:prstGeom prst="line">
            <a:avLst/>
          </a:prstGeom>
          <a:noFill/>
          <a:ln w="25400">
            <a:solidFill>
              <a:srgbClr val="47D7FF"/>
            </a:solidFill>
            <a:prstDash val="solid"/>
            <a:headEnd type="none"/>
            <a:tailEnd type="none"/>
          </a:ln>
        </p:spPr>
        <p:txBody>
          <a:bodyPr/>
          <a:lstStyle/>
          <a:p>
            <a:endParaRPr lang="en-US"/>
          </a:p>
        </p:txBody>
      </p:sp>
      <p:sp>
        <p:nvSpPr>
          <p:cNvPr id="9" name="Text 7"/>
          <p:cNvSpPr/>
          <p:nvPr/>
        </p:nvSpPr>
        <p:spPr>
          <a:xfrm>
            <a:off x="566928" y="1444751"/>
            <a:ext cx="5833872" cy="868675"/>
          </a:xfrm>
          <a:prstGeom prst="rect">
            <a:avLst/>
          </a:prstGeom>
          <a:noFill/>
          <a:ln/>
        </p:spPr>
        <p:txBody>
          <a:bodyPr wrap="square" lIns="254" tIns="254" rIns="254" bIns="254" rtlCol="0" anchor="ctr">
            <a:noAutofit/>
          </a:bodyPr>
          <a:lstStyle/>
          <a:p>
            <a:pPr marL="0" indent="0">
              <a:buNone/>
            </a:pPr>
            <a:r>
              <a:rPr lang="en-US" sz="2500" dirty="0">
                <a:solidFill>
                  <a:schemeClr val="bg1"/>
                </a:solidFill>
                <a:latin typeface="Times New Roman" panose="02020603050405020304" pitchFamily="18" charset="0"/>
                <a:ea typeface="Times New Roman" pitchFamily="34" charset="-122"/>
                <a:cs typeface="Times New Roman" panose="02020603050405020304" pitchFamily="18" charset="0"/>
              </a:rPr>
              <a:t>A hash table stores key-value pairs and uses hashing to jump directly to storage locations.</a:t>
            </a:r>
            <a:endParaRPr lang="en-US" sz="2500" dirty="0">
              <a:solidFill>
                <a:schemeClr val="bg1"/>
              </a:solidFill>
              <a:latin typeface="Times New Roman" panose="02020603050405020304" pitchFamily="18" charset="0"/>
              <a:cs typeface="Times New Roman" panose="02020603050405020304" pitchFamily="18" charset="0"/>
            </a:endParaRPr>
          </a:p>
        </p:txBody>
      </p:sp>
      <p:sp>
        <p:nvSpPr>
          <p:cNvPr id="10" name="Shape 8"/>
          <p:cNvSpPr/>
          <p:nvPr/>
        </p:nvSpPr>
        <p:spPr>
          <a:xfrm>
            <a:off x="453755" y="2793957"/>
            <a:ext cx="1900825" cy="1247518"/>
          </a:xfrm>
          <a:prstGeom prst="roundRect">
            <a:avLst>
              <a:gd name="adj" fmla="val 6316"/>
            </a:avLst>
          </a:prstGeom>
          <a:solidFill>
            <a:srgbClr val="121F38"/>
          </a:solidFill>
          <a:ln w="15240">
            <a:solidFill>
              <a:srgbClr val="47D7FF">
                <a:alpha val="90000"/>
              </a:srgbClr>
            </a:solidFill>
            <a:prstDash val="solid"/>
          </a:ln>
        </p:spPr>
        <p:txBody>
          <a:bodyPr anchor="ctr"/>
          <a:lstStyle/>
          <a:p>
            <a:pPr algn="ctr"/>
            <a:r>
              <a:rPr lang="en-US" sz="2000" b="1" dirty="0">
                <a:solidFill>
                  <a:srgbClr val="F8FAFC"/>
                </a:solidFill>
                <a:latin typeface="Times New Roman" panose="02020603050405020304" pitchFamily="18" charset="0"/>
                <a:ea typeface="Times New Roman" pitchFamily="34" charset="-122"/>
                <a:cs typeface="Times New Roman" panose="02020603050405020304" pitchFamily="18" charset="0"/>
              </a:rPr>
              <a:t>KEY</a:t>
            </a:r>
            <a:endParaRPr lang="en-US" sz="2000" dirty="0">
              <a:latin typeface="Times New Roman" panose="02020603050405020304" pitchFamily="18" charset="0"/>
              <a:cs typeface="Times New Roman" panose="02020603050405020304" pitchFamily="18" charset="0"/>
            </a:endParaRPr>
          </a:p>
          <a:p>
            <a:pPr algn="ctr"/>
            <a:r>
              <a:rPr lang="en-US" sz="2000" b="1" dirty="0">
                <a:solidFill>
                  <a:srgbClr val="F8FAFC"/>
                </a:solidFill>
                <a:latin typeface="Times New Roman" panose="02020603050405020304" pitchFamily="18" charset="0"/>
                <a:ea typeface="Times New Roman" pitchFamily="34" charset="-122"/>
                <a:cs typeface="Times New Roman" panose="02020603050405020304" pitchFamily="18" charset="0"/>
              </a:rPr>
              <a:t>"StudentID"</a:t>
            </a:r>
            <a:endParaRPr lang="en-US" sz="2000" dirty="0">
              <a:latin typeface="Times New Roman" panose="02020603050405020304" pitchFamily="18" charset="0"/>
              <a:cs typeface="Times New Roman" panose="02020603050405020304" pitchFamily="18" charset="0"/>
            </a:endParaRPr>
          </a:p>
        </p:txBody>
      </p:sp>
      <p:sp>
        <p:nvSpPr>
          <p:cNvPr id="12" name="Shape 10"/>
          <p:cNvSpPr/>
          <p:nvPr/>
        </p:nvSpPr>
        <p:spPr>
          <a:xfrm>
            <a:off x="2365576" y="3417716"/>
            <a:ext cx="559525" cy="0"/>
          </a:xfrm>
          <a:prstGeom prst="line">
            <a:avLst/>
          </a:prstGeom>
          <a:noFill/>
          <a:ln w="27940">
            <a:solidFill>
              <a:srgbClr val="47D7FF"/>
            </a:solidFill>
            <a:prstDash val="solid"/>
            <a:headEnd type="none"/>
            <a:tailEnd type="triangle"/>
          </a:ln>
        </p:spPr>
        <p:txBody>
          <a:bodyPr/>
          <a:lstStyle/>
          <a:p>
            <a:endParaRPr lang="en-US"/>
          </a:p>
        </p:txBody>
      </p:sp>
      <p:sp>
        <p:nvSpPr>
          <p:cNvPr id="13" name="Shape 11"/>
          <p:cNvSpPr/>
          <p:nvPr/>
        </p:nvSpPr>
        <p:spPr>
          <a:xfrm>
            <a:off x="2934596" y="2793957"/>
            <a:ext cx="1926482" cy="1234066"/>
          </a:xfrm>
          <a:prstGeom prst="roundRect">
            <a:avLst>
              <a:gd name="adj" fmla="val 4225"/>
            </a:avLst>
          </a:prstGeom>
          <a:solidFill>
            <a:srgbClr val="101A2D"/>
          </a:solidFill>
          <a:ln w="15240">
            <a:solidFill>
              <a:srgbClr val="8B5CF6">
                <a:alpha val="90000"/>
              </a:srgbClr>
            </a:solidFill>
            <a:prstDash val="solid"/>
          </a:ln>
        </p:spPr>
        <p:txBody>
          <a:bodyPr anchor="ctr"/>
          <a:lstStyle/>
          <a:p>
            <a:pPr algn="ctr"/>
            <a:r>
              <a:rPr lang="en-US" b="1" dirty="0">
                <a:solidFill>
                  <a:srgbClr val="F8FAFC"/>
                </a:solidFill>
                <a:latin typeface="Times New Roman" panose="02020603050405020304" pitchFamily="18" charset="0"/>
                <a:ea typeface="Times New Roman" pitchFamily="34" charset="-122"/>
                <a:cs typeface="Times New Roman" panose="02020603050405020304" pitchFamily="18" charset="0"/>
              </a:rPr>
              <a:t>HASH</a:t>
            </a:r>
            <a:endParaRPr lang="en-US" dirty="0">
              <a:latin typeface="Times New Roman" panose="02020603050405020304" pitchFamily="18" charset="0"/>
              <a:cs typeface="Times New Roman" panose="02020603050405020304" pitchFamily="18" charset="0"/>
            </a:endParaRPr>
          </a:p>
          <a:p>
            <a:pPr algn="ctr"/>
            <a:r>
              <a:rPr lang="en-US" b="1" dirty="0">
                <a:solidFill>
                  <a:srgbClr val="F8FAFC"/>
                </a:solidFill>
                <a:latin typeface="Times New Roman" panose="02020603050405020304" pitchFamily="18" charset="0"/>
                <a:ea typeface="Times New Roman" pitchFamily="34" charset="-122"/>
                <a:cs typeface="Times New Roman" panose="02020603050405020304" pitchFamily="18" charset="0"/>
              </a:rPr>
              <a:t>FUNCTION</a:t>
            </a:r>
            <a:endParaRPr lang="en-US" dirty="0">
              <a:latin typeface="Times New Roman" panose="02020603050405020304" pitchFamily="18" charset="0"/>
              <a:cs typeface="Times New Roman" panose="02020603050405020304" pitchFamily="18" charset="0"/>
            </a:endParaRPr>
          </a:p>
        </p:txBody>
      </p:sp>
      <p:sp>
        <p:nvSpPr>
          <p:cNvPr id="15" name="Shape 13"/>
          <p:cNvSpPr/>
          <p:nvPr/>
        </p:nvSpPr>
        <p:spPr>
          <a:xfrm flipV="1">
            <a:off x="4861078" y="3407977"/>
            <a:ext cx="522949" cy="3013"/>
          </a:xfrm>
          <a:prstGeom prst="line">
            <a:avLst/>
          </a:prstGeom>
          <a:noFill/>
          <a:ln w="27940">
            <a:solidFill>
              <a:srgbClr val="8B5CF6"/>
            </a:solidFill>
            <a:prstDash val="solid"/>
            <a:headEnd type="none"/>
            <a:tailEnd type="triangle"/>
          </a:ln>
        </p:spPr>
        <p:txBody>
          <a:bodyPr/>
          <a:lstStyle/>
          <a:p>
            <a:endParaRPr lang="en-US"/>
          </a:p>
        </p:txBody>
      </p:sp>
      <p:sp>
        <p:nvSpPr>
          <p:cNvPr id="16" name="Shape 14"/>
          <p:cNvSpPr/>
          <p:nvPr/>
        </p:nvSpPr>
        <p:spPr>
          <a:xfrm>
            <a:off x="5384027" y="3161089"/>
            <a:ext cx="2148840" cy="493776"/>
          </a:xfrm>
          <a:prstGeom prst="roundRect">
            <a:avLst>
              <a:gd name="adj" fmla="val 11111"/>
            </a:avLst>
          </a:prstGeom>
          <a:solidFill>
            <a:srgbClr val="101A2D">
              <a:alpha val="96000"/>
            </a:srgbClr>
          </a:solidFill>
          <a:ln w="15240">
            <a:solidFill>
              <a:srgbClr val="B4F564">
                <a:alpha val="96000"/>
              </a:srgbClr>
            </a:solidFill>
            <a:prstDash val="solid"/>
          </a:ln>
        </p:spPr>
        <p:txBody>
          <a:bodyPr anchor="ctr"/>
          <a:lstStyle/>
          <a:p>
            <a:pPr algn="ctr"/>
            <a:r>
              <a:rPr lang="en-US" sz="2000" b="1" dirty="0">
                <a:solidFill>
                  <a:srgbClr val="B4F564"/>
                </a:solidFill>
                <a:latin typeface="Times New Roman" panose="02020603050405020304" pitchFamily="18" charset="0"/>
                <a:ea typeface="Times New Roman" pitchFamily="34" charset="-122"/>
                <a:cs typeface="Times New Roman" panose="02020603050405020304" pitchFamily="18" charset="0"/>
              </a:rPr>
              <a:t>index = hash(key)</a:t>
            </a:r>
            <a:endParaRPr lang="en-US" sz="2000" dirty="0">
              <a:latin typeface="Times New Roman" panose="02020603050405020304" pitchFamily="18" charset="0"/>
              <a:cs typeface="Times New Roman" panose="02020603050405020304" pitchFamily="18" charset="0"/>
            </a:endParaRPr>
          </a:p>
        </p:txBody>
      </p:sp>
      <p:sp>
        <p:nvSpPr>
          <p:cNvPr id="18" name="Shape 16"/>
          <p:cNvSpPr/>
          <p:nvPr/>
        </p:nvSpPr>
        <p:spPr>
          <a:xfrm>
            <a:off x="7532867" y="3385226"/>
            <a:ext cx="658368" cy="0"/>
          </a:xfrm>
          <a:prstGeom prst="line">
            <a:avLst/>
          </a:prstGeom>
          <a:noFill/>
          <a:ln w="27940">
            <a:solidFill>
              <a:srgbClr val="B4F564"/>
            </a:solidFill>
            <a:prstDash val="solid"/>
            <a:headEnd type="none"/>
            <a:tailEnd type="triangle"/>
          </a:ln>
        </p:spPr>
        <p:txBody>
          <a:bodyPr/>
          <a:lstStyle/>
          <a:p>
            <a:endParaRPr lang="en-US"/>
          </a:p>
        </p:txBody>
      </p:sp>
      <p:sp>
        <p:nvSpPr>
          <p:cNvPr id="19" name="Shape 17"/>
          <p:cNvSpPr/>
          <p:nvPr/>
        </p:nvSpPr>
        <p:spPr>
          <a:xfrm>
            <a:off x="8243686" y="2823140"/>
            <a:ext cx="658079" cy="1234066"/>
          </a:xfrm>
          <a:prstGeom prst="rect">
            <a:avLst/>
          </a:prstGeom>
          <a:solidFill>
            <a:srgbClr val="121F38">
              <a:alpha val="88000"/>
            </a:srgbClr>
          </a:solidFill>
          <a:ln w="8890">
            <a:solidFill>
              <a:srgbClr val="6B7895">
                <a:alpha val="55000"/>
              </a:srgbClr>
            </a:solidFill>
            <a:prstDash val="solid"/>
          </a:ln>
        </p:spPr>
        <p:txBody>
          <a:bodyPr/>
          <a:lstStyle/>
          <a:p>
            <a:endParaRPr lang="en-US"/>
          </a:p>
        </p:txBody>
      </p:sp>
      <p:sp>
        <p:nvSpPr>
          <p:cNvPr id="20" name="Text 18"/>
          <p:cNvSpPr/>
          <p:nvPr/>
        </p:nvSpPr>
        <p:spPr>
          <a:xfrm>
            <a:off x="8243686" y="2823140"/>
            <a:ext cx="658079" cy="1214406"/>
          </a:xfrm>
          <a:prstGeom prst="rect">
            <a:avLst/>
          </a:prstGeom>
          <a:noFill/>
          <a:ln/>
        </p:spPr>
        <p:txBody>
          <a:bodyPr wrap="square" lIns="0" tIns="0" rIns="0" bIns="0" rtlCol="0" anchor="ctr"/>
          <a:lstStyle/>
          <a:p>
            <a:pPr marL="0" indent="0" algn="ctr">
              <a:buNone/>
            </a:pPr>
            <a:r>
              <a:rPr lang="en-US" sz="2500" dirty="0">
                <a:latin typeface="Times New Roman" panose="02020603050405020304" pitchFamily="18" charset="0"/>
                <a:ea typeface="Times New Roman" pitchFamily="34" charset="-122"/>
                <a:cs typeface="Times New Roman" panose="02020603050405020304" pitchFamily="18" charset="0"/>
              </a:rPr>
              <a:t>0</a:t>
            </a:r>
            <a:endParaRPr lang="en-US" sz="2500" dirty="0">
              <a:latin typeface="Times New Roman" panose="02020603050405020304" pitchFamily="18" charset="0"/>
              <a:cs typeface="Times New Roman" panose="02020603050405020304" pitchFamily="18" charset="0"/>
            </a:endParaRPr>
          </a:p>
        </p:txBody>
      </p:sp>
      <p:sp>
        <p:nvSpPr>
          <p:cNvPr id="23" name="Shape 21"/>
          <p:cNvSpPr/>
          <p:nvPr/>
        </p:nvSpPr>
        <p:spPr>
          <a:xfrm>
            <a:off x="9750701" y="2817342"/>
            <a:ext cx="658079" cy="1220204"/>
          </a:xfrm>
          <a:prstGeom prst="rect">
            <a:avLst/>
          </a:prstGeom>
          <a:solidFill>
            <a:srgbClr val="1DA7D6">
              <a:alpha val="95000"/>
            </a:srgbClr>
          </a:solidFill>
          <a:ln w="20320">
            <a:solidFill>
              <a:srgbClr val="47D7FF"/>
            </a:solidFill>
            <a:prstDash val="solid"/>
          </a:ln>
        </p:spPr>
        <p:txBody>
          <a:bodyPr/>
          <a:lstStyle/>
          <a:p>
            <a:endParaRPr lang="en-US"/>
          </a:p>
        </p:txBody>
      </p:sp>
      <p:sp>
        <p:nvSpPr>
          <p:cNvPr id="29" name="Text 27"/>
          <p:cNvSpPr/>
          <p:nvPr/>
        </p:nvSpPr>
        <p:spPr>
          <a:xfrm>
            <a:off x="7455595" y="4978849"/>
            <a:ext cx="4445469" cy="1191605"/>
          </a:xfrm>
          <a:prstGeom prst="rect">
            <a:avLst/>
          </a:prstGeom>
          <a:noFill/>
          <a:ln/>
        </p:spPr>
        <p:txBody>
          <a:bodyPr wrap="square" lIns="0" tIns="0" rIns="0" bIns="0" rtlCol="0" anchor="ctr"/>
          <a:lstStyle/>
          <a:p>
            <a:pPr marL="0" indent="0" algn="ctr">
              <a:buNone/>
            </a:pPr>
            <a:r>
              <a:rPr lang="en-US" sz="2500" dirty="0">
                <a:solidFill>
                  <a:schemeClr val="bg1"/>
                </a:solidFill>
                <a:latin typeface="Times New Roman" panose="02020603050405020304" pitchFamily="18" charset="0"/>
                <a:cs typeface="Times New Roman" panose="02020603050405020304" pitchFamily="18" charset="0"/>
              </a:rPr>
              <a:t>Direct mapping replaces full sequential searching.</a:t>
            </a:r>
          </a:p>
        </p:txBody>
      </p:sp>
      <p:sp>
        <p:nvSpPr>
          <p:cNvPr id="30" name="Shape 28"/>
          <p:cNvSpPr/>
          <p:nvPr/>
        </p:nvSpPr>
        <p:spPr>
          <a:xfrm>
            <a:off x="453756" y="4978849"/>
            <a:ext cx="1900824" cy="1191605"/>
          </a:xfrm>
          <a:prstGeom prst="roundRect">
            <a:avLst>
              <a:gd name="adj" fmla="val 21053"/>
            </a:avLst>
          </a:prstGeom>
          <a:solidFill>
            <a:srgbClr val="121F38">
              <a:alpha val="96000"/>
            </a:srgbClr>
          </a:solidFill>
          <a:ln w="12700">
            <a:solidFill>
              <a:srgbClr val="61D394">
                <a:alpha val="90000"/>
              </a:srgbClr>
            </a:solidFill>
            <a:prstDash val="solid"/>
          </a:ln>
        </p:spPr>
        <p:txBody>
          <a:bodyPr anchor="ctr"/>
          <a:lstStyle/>
          <a:p>
            <a:endParaRPr lang="en-US"/>
          </a:p>
        </p:txBody>
      </p:sp>
      <p:sp>
        <p:nvSpPr>
          <p:cNvPr id="31" name="Text 29"/>
          <p:cNvSpPr/>
          <p:nvPr/>
        </p:nvSpPr>
        <p:spPr>
          <a:xfrm>
            <a:off x="453756" y="4978849"/>
            <a:ext cx="1900824" cy="1191605"/>
          </a:xfrm>
          <a:prstGeom prst="rect">
            <a:avLst/>
          </a:prstGeom>
          <a:noFill/>
          <a:ln/>
        </p:spPr>
        <p:txBody>
          <a:bodyPr wrap="square" lIns="0" tIns="0" rIns="0" bIns="0" rtlCol="0" anchor="ctr"/>
          <a:lstStyle/>
          <a:p>
            <a:pPr marL="0" indent="0" algn="ctr">
              <a:buNone/>
            </a:pPr>
            <a:r>
              <a:rPr lang="en-US" sz="2500" b="1" dirty="0">
                <a:solidFill>
                  <a:srgbClr val="61D394"/>
                </a:solidFill>
                <a:latin typeface="Times New Roman" panose="02020603050405020304" pitchFamily="18" charset="0"/>
                <a:ea typeface="Times New Roman" pitchFamily="34" charset="-122"/>
                <a:cs typeface="Times New Roman" panose="02020603050405020304" pitchFamily="18" charset="0"/>
              </a:rPr>
              <a:t>INSERT</a:t>
            </a:r>
            <a:endParaRPr lang="en-US" sz="2500" dirty="0">
              <a:latin typeface="Times New Roman" panose="02020603050405020304" pitchFamily="18" charset="0"/>
              <a:cs typeface="Times New Roman" panose="02020603050405020304" pitchFamily="18" charset="0"/>
            </a:endParaRPr>
          </a:p>
        </p:txBody>
      </p:sp>
      <p:sp>
        <p:nvSpPr>
          <p:cNvPr id="32" name="Shape 30"/>
          <p:cNvSpPr/>
          <p:nvPr/>
        </p:nvSpPr>
        <p:spPr>
          <a:xfrm>
            <a:off x="2825474" y="4978849"/>
            <a:ext cx="1911821" cy="1191605"/>
          </a:xfrm>
          <a:prstGeom prst="roundRect">
            <a:avLst>
              <a:gd name="adj" fmla="val 21053"/>
            </a:avLst>
          </a:prstGeom>
          <a:solidFill>
            <a:srgbClr val="121F38">
              <a:alpha val="96000"/>
            </a:srgbClr>
          </a:solidFill>
          <a:ln w="12700">
            <a:solidFill>
              <a:srgbClr val="FFB86B">
                <a:alpha val="90000"/>
              </a:srgbClr>
            </a:solidFill>
            <a:prstDash val="solid"/>
          </a:ln>
        </p:spPr>
        <p:txBody>
          <a:bodyPr anchor="ctr"/>
          <a:lstStyle/>
          <a:p>
            <a:endParaRPr lang="en-US"/>
          </a:p>
        </p:txBody>
      </p:sp>
      <p:sp>
        <p:nvSpPr>
          <p:cNvPr id="33" name="Text 31"/>
          <p:cNvSpPr/>
          <p:nvPr/>
        </p:nvSpPr>
        <p:spPr>
          <a:xfrm>
            <a:off x="2825474" y="4978849"/>
            <a:ext cx="1911821" cy="1191605"/>
          </a:xfrm>
          <a:prstGeom prst="rect">
            <a:avLst/>
          </a:prstGeom>
          <a:noFill/>
          <a:ln/>
        </p:spPr>
        <p:txBody>
          <a:bodyPr wrap="square" lIns="0" tIns="0" rIns="0" bIns="0" rtlCol="0" anchor="ctr"/>
          <a:lstStyle/>
          <a:p>
            <a:pPr marL="0" indent="0" algn="ctr">
              <a:buNone/>
            </a:pPr>
            <a:r>
              <a:rPr lang="en-US" sz="2500" b="1" dirty="0">
                <a:solidFill>
                  <a:srgbClr val="FFB86B"/>
                </a:solidFill>
                <a:latin typeface="Times New Roman" panose="02020603050405020304" pitchFamily="18" charset="0"/>
                <a:ea typeface="Times New Roman" pitchFamily="34" charset="-122"/>
                <a:cs typeface="Times New Roman" panose="02020603050405020304" pitchFamily="18" charset="0"/>
              </a:rPr>
              <a:t>DELETE</a:t>
            </a:r>
            <a:endParaRPr lang="en-US" sz="2500" dirty="0">
              <a:latin typeface="Times New Roman" panose="02020603050405020304" pitchFamily="18" charset="0"/>
              <a:cs typeface="Times New Roman" panose="02020603050405020304" pitchFamily="18" charset="0"/>
            </a:endParaRPr>
          </a:p>
        </p:txBody>
      </p:sp>
      <p:sp>
        <p:nvSpPr>
          <p:cNvPr id="34" name="Shape 32"/>
          <p:cNvSpPr/>
          <p:nvPr/>
        </p:nvSpPr>
        <p:spPr>
          <a:xfrm>
            <a:off x="5208189" y="4965475"/>
            <a:ext cx="1911821" cy="1204979"/>
          </a:xfrm>
          <a:prstGeom prst="roundRect">
            <a:avLst>
              <a:gd name="adj" fmla="val 21053"/>
            </a:avLst>
          </a:prstGeom>
          <a:solidFill>
            <a:srgbClr val="121F38">
              <a:alpha val="96000"/>
            </a:srgbClr>
          </a:solidFill>
          <a:ln w="12700">
            <a:solidFill>
              <a:srgbClr val="47D7FF">
                <a:alpha val="90000"/>
              </a:srgbClr>
            </a:solidFill>
            <a:prstDash val="solid"/>
          </a:ln>
        </p:spPr>
        <p:txBody>
          <a:bodyPr anchor="ctr"/>
          <a:lstStyle/>
          <a:p>
            <a:endParaRPr lang="en-US"/>
          </a:p>
        </p:txBody>
      </p:sp>
      <p:sp>
        <p:nvSpPr>
          <p:cNvPr id="35" name="Text 33"/>
          <p:cNvSpPr/>
          <p:nvPr/>
        </p:nvSpPr>
        <p:spPr>
          <a:xfrm>
            <a:off x="5208189" y="4965475"/>
            <a:ext cx="1911820" cy="1188592"/>
          </a:xfrm>
          <a:prstGeom prst="rect">
            <a:avLst/>
          </a:prstGeom>
          <a:noFill/>
          <a:ln/>
        </p:spPr>
        <p:txBody>
          <a:bodyPr wrap="square" lIns="0" tIns="0" rIns="0" bIns="0" rtlCol="0" anchor="ctr"/>
          <a:lstStyle/>
          <a:p>
            <a:pPr marL="0" indent="0" algn="ctr">
              <a:buNone/>
            </a:pPr>
            <a:r>
              <a:rPr lang="en-US" sz="2500" b="1" dirty="0">
                <a:solidFill>
                  <a:srgbClr val="47D7FF"/>
                </a:solidFill>
                <a:latin typeface="Times New Roman" panose="02020603050405020304" pitchFamily="18" charset="0"/>
                <a:ea typeface="Times New Roman" pitchFamily="34" charset="-122"/>
                <a:cs typeface="Times New Roman" panose="02020603050405020304" pitchFamily="18" charset="0"/>
              </a:rPr>
              <a:t>RETRIEVE</a:t>
            </a:r>
            <a:endParaRPr lang="en-US" sz="2500" dirty="0">
              <a:latin typeface="Times New Roman" panose="02020603050405020304" pitchFamily="18" charset="0"/>
              <a:cs typeface="Times New Roman" panose="02020603050405020304" pitchFamily="18" charset="0"/>
            </a:endParaRPr>
          </a:p>
        </p:txBody>
      </p:sp>
      <p:sp>
        <p:nvSpPr>
          <p:cNvPr id="36" name="Shape 0">
            <a:extLst>
              <a:ext uri="{FF2B5EF4-FFF2-40B4-BE49-F238E27FC236}">
                <a16:creationId xmlns:a16="http://schemas.microsoft.com/office/drawing/2014/main" id="{C15E5809-4E7E-C948-F33C-F7F6E5CDE4A2}"/>
              </a:ext>
            </a:extLst>
          </p:cNvPr>
          <p:cNvSpPr/>
          <p:nvPr/>
        </p:nvSpPr>
        <p:spPr>
          <a:xfrm>
            <a:off x="-16147" y="-22568"/>
            <a:ext cx="109728" cy="6880568"/>
          </a:xfrm>
          <a:prstGeom prst="rect">
            <a:avLst/>
          </a:prstGeom>
          <a:solidFill>
            <a:srgbClr val="47D7FF"/>
          </a:solidFill>
          <a:ln w="12700">
            <a:solidFill>
              <a:srgbClr val="47D7FF">
                <a:alpha val="0"/>
              </a:srgbClr>
            </a:solidFill>
            <a:prstDash val="solid"/>
          </a:ln>
        </p:spPr>
        <p:txBody>
          <a:bodyPr/>
          <a:lstStyle/>
          <a:p>
            <a:endParaRPr lang="en-US"/>
          </a:p>
        </p:txBody>
      </p:sp>
      <p:sp>
        <p:nvSpPr>
          <p:cNvPr id="38" name="Shape 0">
            <a:extLst>
              <a:ext uri="{FF2B5EF4-FFF2-40B4-BE49-F238E27FC236}">
                <a16:creationId xmlns:a16="http://schemas.microsoft.com/office/drawing/2014/main" id="{D2DC143E-521B-D799-D585-3BFAFDF5F45A}"/>
              </a:ext>
            </a:extLst>
          </p:cNvPr>
          <p:cNvSpPr/>
          <p:nvPr/>
        </p:nvSpPr>
        <p:spPr>
          <a:xfrm>
            <a:off x="12049651" y="-22568"/>
            <a:ext cx="137160" cy="6880568"/>
          </a:xfrm>
          <a:prstGeom prst="rect">
            <a:avLst/>
          </a:prstGeom>
          <a:solidFill>
            <a:srgbClr val="47D7FF"/>
          </a:solidFill>
          <a:ln w="12700">
            <a:solidFill>
              <a:srgbClr val="47D7FF">
                <a:alpha val="0"/>
              </a:srgbClr>
            </a:solidFill>
            <a:prstDash val="solid"/>
          </a:ln>
        </p:spPr>
        <p:txBody>
          <a:bodyPr/>
          <a:lstStyle/>
          <a:p>
            <a:endParaRPr lang="en-US"/>
          </a:p>
        </p:txBody>
      </p:sp>
      <p:sp>
        <p:nvSpPr>
          <p:cNvPr id="40" name="Shape 17">
            <a:extLst>
              <a:ext uri="{FF2B5EF4-FFF2-40B4-BE49-F238E27FC236}">
                <a16:creationId xmlns:a16="http://schemas.microsoft.com/office/drawing/2014/main" id="{B83E782B-CE16-C85D-282F-A246DCF0BB7C}"/>
              </a:ext>
            </a:extLst>
          </p:cNvPr>
          <p:cNvSpPr/>
          <p:nvPr/>
        </p:nvSpPr>
        <p:spPr>
          <a:xfrm>
            <a:off x="8983852" y="2812273"/>
            <a:ext cx="658079" cy="1234066"/>
          </a:xfrm>
          <a:prstGeom prst="rect">
            <a:avLst/>
          </a:prstGeom>
          <a:solidFill>
            <a:srgbClr val="121F38">
              <a:alpha val="88000"/>
            </a:srgbClr>
          </a:solidFill>
          <a:ln w="8890">
            <a:solidFill>
              <a:srgbClr val="6B7895">
                <a:alpha val="55000"/>
              </a:srgbClr>
            </a:solidFill>
            <a:prstDash val="solid"/>
          </a:ln>
        </p:spPr>
        <p:txBody>
          <a:bodyPr/>
          <a:lstStyle/>
          <a:p>
            <a:endParaRPr lang="en-US"/>
          </a:p>
        </p:txBody>
      </p:sp>
      <p:sp>
        <p:nvSpPr>
          <p:cNvPr id="41" name="Shape 17">
            <a:extLst>
              <a:ext uri="{FF2B5EF4-FFF2-40B4-BE49-F238E27FC236}">
                <a16:creationId xmlns:a16="http://schemas.microsoft.com/office/drawing/2014/main" id="{D9BE2499-5056-1342-2739-52813D3A04B3}"/>
              </a:ext>
            </a:extLst>
          </p:cNvPr>
          <p:cNvSpPr/>
          <p:nvPr/>
        </p:nvSpPr>
        <p:spPr>
          <a:xfrm>
            <a:off x="10497399" y="2807105"/>
            <a:ext cx="658079" cy="1234066"/>
          </a:xfrm>
          <a:prstGeom prst="rect">
            <a:avLst/>
          </a:prstGeom>
          <a:solidFill>
            <a:srgbClr val="121F38">
              <a:alpha val="88000"/>
            </a:srgbClr>
          </a:solidFill>
          <a:ln w="8890">
            <a:solidFill>
              <a:srgbClr val="6B7895">
                <a:alpha val="55000"/>
              </a:srgbClr>
            </a:solidFill>
            <a:prstDash val="solid"/>
          </a:ln>
        </p:spPr>
        <p:txBody>
          <a:bodyPr/>
          <a:lstStyle/>
          <a:p>
            <a:endParaRPr lang="en-US"/>
          </a:p>
        </p:txBody>
      </p:sp>
      <p:sp>
        <p:nvSpPr>
          <p:cNvPr id="42" name="Shape 17">
            <a:extLst>
              <a:ext uri="{FF2B5EF4-FFF2-40B4-BE49-F238E27FC236}">
                <a16:creationId xmlns:a16="http://schemas.microsoft.com/office/drawing/2014/main" id="{E73D6EF6-48F1-428A-8531-316F335D7443}"/>
              </a:ext>
            </a:extLst>
          </p:cNvPr>
          <p:cNvSpPr/>
          <p:nvPr/>
        </p:nvSpPr>
        <p:spPr>
          <a:xfrm>
            <a:off x="11242986" y="2809476"/>
            <a:ext cx="658079" cy="1234066"/>
          </a:xfrm>
          <a:prstGeom prst="rect">
            <a:avLst/>
          </a:prstGeom>
          <a:solidFill>
            <a:srgbClr val="121F38">
              <a:alpha val="88000"/>
            </a:srgbClr>
          </a:solidFill>
          <a:ln w="8890">
            <a:solidFill>
              <a:srgbClr val="6B7895">
                <a:alpha val="55000"/>
              </a:srgbClr>
            </a:solidFill>
            <a:prstDash val="solid"/>
          </a:ln>
        </p:spPr>
        <p:txBody>
          <a:bodyPr/>
          <a:lstStyle/>
          <a:p>
            <a:endParaRPr lang="en-US"/>
          </a:p>
        </p:txBody>
      </p:sp>
      <p:sp>
        <p:nvSpPr>
          <p:cNvPr id="44" name="Text 18">
            <a:extLst>
              <a:ext uri="{FF2B5EF4-FFF2-40B4-BE49-F238E27FC236}">
                <a16:creationId xmlns:a16="http://schemas.microsoft.com/office/drawing/2014/main" id="{63FA8671-842B-9B79-01F9-11BFD4F7C62E}"/>
              </a:ext>
            </a:extLst>
          </p:cNvPr>
          <p:cNvSpPr/>
          <p:nvPr/>
        </p:nvSpPr>
        <p:spPr>
          <a:xfrm>
            <a:off x="8983852" y="2823141"/>
            <a:ext cx="671225" cy="1204882"/>
          </a:xfrm>
          <a:prstGeom prst="rect">
            <a:avLst/>
          </a:prstGeom>
          <a:noFill/>
          <a:ln/>
        </p:spPr>
        <p:txBody>
          <a:bodyPr wrap="square" lIns="0" tIns="0" rIns="0" bIns="0" rtlCol="0" anchor="ctr"/>
          <a:lstStyle/>
          <a:p>
            <a:pPr marL="0" indent="0" algn="ctr">
              <a:buNone/>
            </a:pPr>
            <a:r>
              <a:rPr lang="en-US" sz="2500" dirty="0">
                <a:latin typeface="Times New Roman" panose="02020603050405020304" pitchFamily="18" charset="0"/>
                <a:cs typeface="Times New Roman" panose="02020603050405020304" pitchFamily="18" charset="0"/>
              </a:rPr>
              <a:t>1</a:t>
            </a:r>
          </a:p>
        </p:txBody>
      </p:sp>
      <p:sp>
        <p:nvSpPr>
          <p:cNvPr id="45" name="Text 18">
            <a:extLst>
              <a:ext uri="{FF2B5EF4-FFF2-40B4-BE49-F238E27FC236}">
                <a16:creationId xmlns:a16="http://schemas.microsoft.com/office/drawing/2014/main" id="{B6A6ADD3-34C9-8C19-842A-BF0B0C578BBD}"/>
              </a:ext>
            </a:extLst>
          </p:cNvPr>
          <p:cNvSpPr/>
          <p:nvPr/>
        </p:nvSpPr>
        <p:spPr>
          <a:xfrm>
            <a:off x="9743695" y="2807106"/>
            <a:ext cx="658079" cy="1250100"/>
          </a:xfrm>
          <a:prstGeom prst="rect">
            <a:avLst/>
          </a:prstGeom>
          <a:noFill/>
          <a:ln/>
        </p:spPr>
        <p:txBody>
          <a:bodyPr wrap="square" lIns="0" tIns="0" rIns="0" bIns="0" rtlCol="0" anchor="ctr"/>
          <a:lstStyle/>
          <a:p>
            <a:pPr marL="0" indent="0" algn="ctr">
              <a:buNone/>
            </a:pPr>
            <a:r>
              <a:rPr lang="en-US" sz="2500" dirty="0">
                <a:latin typeface="Times New Roman" panose="02020603050405020304" pitchFamily="18" charset="0"/>
                <a:cs typeface="Times New Roman" panose="02020603050405020304" pitchFamily="18" charset="0"/>
              </a:rPr>
              <a:t>2</a:t>
            </a:r>
          </a:p>
        </p:txBody>
      </p:sp>
      <p:sp>
        <p:nvSpPr>
          <p:cNvPr id="46" name="Text 18">
            <a:extLst>
              <a:ext uri="{FF2B5EF4-FFF2-40B4-BE49-F238E27FC236}">
                <a16:creationId xmlns:a16="http://schemas.microsoft.com/office/drawing/2014/main" id="{45D4AEE5-8B45-C169-15ED-7CC4CB439B52}"/>
              </a:ext>
            </a:extLst>
          </p:cNvPr>
          <p:cNvSpPr/>
          <p:nvPr/>
        </p:nvSpPr>
        <p:spPr>
          <a:xfrm>
            <a:off x="10509929" y="2823141"/>
            <a:ext cx="645132" cy="1214405"/>
          </a:xfrm>
          <a:prstGeom prst="rect">
            <a:avLst/>
          </a:prstGeom>
          <a:noFill/>
          <a:ln/>
        </p:spPr>
        <p:txBody>
          <a:bodyPr wrap="square" lIns="0" tIns="0" rIns="0" bIns="0" rtlCol="0" anchor="ctr"/>
          <a:lstStyle/>
          <a:p>
            <a:pPr marL="0" indent="0" algn="ctr">
              <a:buNone/>
            </a:pPr>
            <a:r>
              <a:rPr lang="en-US" sz="2500" dirty="0">
                <a:latin typeface="Times New Roman" panose="02020603050405020304" pitchFamily="18" charset="0"/>
                <a:cs typeface="Times New Roman" panose="02020603050405020304" pitchFamily="18" charset="0"/>
              </a:rPr>
              <a:t>3</a:t>
            </a:r>
          </a:p>
        </p:txBody>
      </p:sp>
      <p:sp>
        <p:nvSpPr>
          <p:cNvPr id="47" name="Text 18">
            <a:extLst>
              <a:ext uri="{FF2B5EF4-FFF2-40B4-BE49-F238E27FC236}">
                <a16:creationId xmlns:a16="http://schemas.microsoft.com/office/drawing/2014/main" id="{02C51774-EE12-3F6F-C08A-A08479213CD6}"/>
              </a:ext>
            </a:extLst>
          </p:cNvPr>
          <p:cNvSpPr/>
          <p:nvPr/>
        </p:nvSpPr>
        <p:spPr>
          <a:xfrm>
            <a:off x="11235980" y="2823140"/>
            <a:ext cx="658078" cy="1214406"/>
          </a:xfrm>
          <a:prstGeom prst="rect">
            <a:avLst/>
          </a:prstGeom>
          <a:noFill/>
          <a:ln/>
        </p:spPr>
        <p:txBody>
          <a:bodyPr wrap="square" lIns="0" tIns="0" rIns="0" bIns="0" rtlCol="0" anchor="ctr"/>
          <a:lstStyle/>
          <a:p>
            <a:pPr marL="0" indent="0" algn="ctr">
              <a:buNone/>
            </a:pPr>
            <a:r>
              <a:rPr lang="en-US" sz="2500" dirty="0">
                <a:latin typeface="Times New Roman" panose="02020603050405020304" pitchFamily="18" charset="0"/>
                <a:cs typeface="Times New Roman" panose="02020603050405020304" pitchFamily="18" charset="0"/>
              </a:rPr>
              <a:t>4</a:t>
            </a:r>
          </a:p>
        </p:txBody>
      </p:sp>
      <p:sp>
        <p:nvSpPr>
          <p:cNvPr id="5" name="Footer Placeholder 6">
            <a:extLst>
              <a:ext uri="{FF2B5EF4-FFF2-40B4-BE49-F238E27FC236}">
                <a16:creationId xmlns:a16="http://schemas.microsoft.com/office/drawing/2014/main" id="{B4AE8C66-0DB7-C3D3-1D98-8DA0EA14959F}"/>
              </a:ext>
            </a:extLst>
          </p:cNvPr>
          <p:cNvSpPr txBox="1">
            <a:spLocks/>
          </p:cNvSpPr>
          <p:nvPr/>
        </p:nvSpPr>
        <p:spPr>
          <a:xfrm>
            <a:off x="93582" y="6464808"/>
            <a:ext cx="11956069" cy="393192"/>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000" dirty="0">
                <a:solidFill>
                  <a:schemeClr val="bg1"/>
                </a:solidFill>
                <a:latin typeface="Times New Roman" panose="02020603050405020304" pitchFamily="18" charset="0"/>
                <a:cs typeface="Times New Roman" panose="02020603050405020304" pitchFamily="18" charset="0"/>
              </a:rPr>
              <a:t>Julien &amp; Jacobs                                           Data Structures 2: Final Presentation                                                    3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1500" fill="hold"/>
                                        <p:tgtEl>
                                          <p:spTgt spid="9">
                                            <p:txEl>
                                              <p:pRg st="0" end="0"/>
                                            </p:txEl>
                                          </p:spTgt>
                                        </p:tgtEl>
                                        <p:attrNameLst>
                                          <p:attrName>ppt_x</p:attrName>
                                        </p:attrNameLst>
                                      </p:cBhvr>
                                      <p:tavLst>
                                        <p:tav tm="0">
                                          <p:val>
                                            <p:strVal val="0-#ppt_w/2"/>
                                          </p:val>
                                        </p:tav>
                                        <p:tav tm="100000">
                                          <p:val>
                                            <p:strVal val="#ppt_x"/>
                                          </p:val>
                                        </p:tav>
                                      </p:tavLst>
                                    </p:anim>
                                    <p:anim calcmode="lin" valueType="num">
                                      <p:cBhvr additive="base">
                                        <p:cTn id="8" dur="1500" fill="hold"/>
                                        <p:tgtEl>
                                          <p:spTgt spid="9">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allAtOnce"/>
    </p:bldLst>
  </p:timing>
</p:sld>
</file>

<file path=ppt/slides/slide4.xml><?xml version="1.0" encoding="utf-8"?>
<p:sld xmlns:a="http://schemas.openxmlformats.org/drawingml/2006/main" xmlns:r="http://schemas.openxmlformats.org/officeDocument/2006/relationships" xmlns:p="http://schemas.openxmlformats.org/presentationml/2006/main">
  <p:cSld name="Slide 2">
    <p:bg>
      <p:bgPr>
        <a:solidFill>
          <a:schemeClr val="tx1"/>
        </a:solidFill>
        <a:effectLst/>
      </p:bgPr>
    </p:bg>
    <p:spTree>
      <p:nvGrpSpPr>
        <p:cNvPr id="1" name=""/>
        <p:cNvGrpSpPr/>
        <p:nvPr/>
      </p:nvGrpSpPr>
      <p:grpSpPr>
        <a:xfrm>
          <a:off x="0" y="0"/>
          <a:ext cx="0" cy="0"/>
          <a:chOff x="0" y="0"/>
          <a:chExt cx="0" cy="0"/>
        </a:xfrm>
      </p:grpSpPr>
      <p:sp>
        <p:nvSpPr>
          <p:cNvPr id="6" name="Text 4"/>
          <p:cNvSpPr/>
          <p:nvPr/>
        </p:nvSpPr>
        <p:spPr>
          <a:xfrm>
            <a:off x="566928" y="393192"/>
            <a:ext cx="3108960" cy="256032"/>
          </a:xfrm>
          <a:prstGeom prst="rect">
            <a:avLst/>
          </a:prstGeom>
          <a:noFill/>
          <a:ln/>
        </p:spPr>
        <p:txBody>
          <a:bodyPr wrap="square" lIns="0" tIns="0" rIns="0" bIns="0" rtlCol="0" anchor="ctr"/>
          <a:lstStyle/>
          <a:p>
            <a:pPr marL="0" indent="0">
              <a:buNone/>
            </a:pPr>
            <a:r>
              <a:rPr lang="en-US" sz="1500" b="1" dirty="0">
                <a:solidFill>
                  <a:srgbClr val="47D7FF"/>
                </a:solidFill>
                <a:latin typeface="Times New Roman" panose="02020603050405020304" pitchFamily="18" charset="0"/>
                <a:ea typeface="Times New Roman" pitchFamily="34" charset="-122"/>
                <a:cs typeface="Times New Roman" panose="02020603050405020304" pitchFamily="18" charset="0"/>
              </a:rPr>
              <a:t>STRUCTURE</a:t>
            </a:r>
            <a:endParaRPr lang="en-US" sz="1500" dirty="0">
              <a:latin typeface="Times New Roman" panose="02020603050405020304" pitchFamily="18" charset="0"/>
              <a:cs typeface="Times New Roman" panose="02020603050405020304" pitchFamily="18" charset="0"/>
            </a:endParaRPr>
          </a:p>
        </p:txBody>
      </p:sp>
      <p:sp>
        <p:nvSpPr>
          <p:cNvPr id="7" name="Text 5"/>
          <p:cNvSpPr/>
          <p:nvPr/>
        </p:nvSpPr>
        <p:spPr>
          <a:xfrm>
            <a:off x="566928" y="658368"/>
            <a:ext cx="9875520" cy="493776"/>
          </a:xfrm>
          <a:prstGeom prst="rect">
            <a:avLst/>
          </a:prstGeom>
          <a:noFill/>
          <a:ln/>
        </p:spPr>
        <p:txBody>
          <a:bodyPr wrap="square" lIns="0" tIns="0" rIns="0" bIns="0" rtlCol="0" anchor="ctr">
            <a:normAutofit/>
          </a:bodyPr>
          <a:lstStyle/>
          <a:p>
            <a:pPr marL="0" indent="0">
              <a:buNone/>
            </a:pPr>
            <a:r>
              <a:rPr lang="en-US" sz="3000" b="1" dirty="0">
                <a:solidFill>
                  <a:schemeClr val="bg1"/>
                </a:solidFill>
                <a:latin typeface="Times New Roman" panose="02020603050405020304" pitchFamily="18" charset="0"/>
                <a:ea typeface="Times New Roman" pitchFamily="34" charset="-122"/>
                <a:cs typeface="Times New Roman" panose="02020603050405020304" pitchFamily="18" charset="0"/>
              </a:rPr>
              <a:t>Initialization and Buckets</a:t>
            </a:r>
            <a:endParaRPr lang="en-US" sz="3000" dirty="0">
              <a:solidFill>
                <a:schemeClr val="bg1"/>
              </a:solidFill>
              <a:latin typeface="Times New Roman" panose="02020603050405020304" pitchFamily="18" charset="0"/>
              <a:cs typeface="Times New Roman" panose="02020603050405020304" pitchFamily="18" charset="0"/>
            </a:endParaRPr>
          </a:p>
        </p:txBody>
      </p:sp>
      <p:sp>
        <p:nvSpPr>
          <p:cNvPr id="8" name="Shape 6"/>
          <p:cNvSpPr/>
          <p:nvPr/>
        </p:nvSpPr>
        <p:spPr>
          <a:xfrm>
            <a:off x="566928" y="1261872"/>
            <a:ext cx="1051560" cy="0"/>
          </a:xfrm>
          <a:prstGeom prst="line">
            <a:avLst/>
          </a:prstGeom>
          <a:noFill/>
          <a:ln w="25400">
            <a:solidFill>
              <a:srgbClr val="47D7FF"/>
            </a:solidFill>
            <a:prstDash val="solid"/>
            <a:headEnd type="none"/>
            <a:tailEnd type="none"/>
          </a:ln>
        </p:spPr>
        <p:txBody>
          <a:bodyPr/>
          <a:lstStyle/>
          <a:p>
            <a:endParaRPr lang="en-US"/>
          </a:p>
        </p:txBody>
      </p:sp>
      <p:sp>
        <p:nvSpPr>
          <p:cNvPr id="9" name="Text 7"/>
          <p:cNvSpPr/>
          <p:nvPr/>
        </p:nvSpPr>
        <p:spPr>
          <a:xfrm>
            <a:off x="566928" y="1444751"/>
            <a:ext cx="4663440" cy="786373"/>
          </a:xfrm>
          <a:prstGeom prst="rect">
            <a:avLst/>
          </a:prstGeom>
          <a:noFill/>
          <a:ln/>
        </p:spPr>
        <p:txBody>
          <a:bodyPr wrap="square" lIns="254" tIns="254" rIns="254" bIns="254" rtlCol="0" anchor="ctr">
            <a:noAutofit/>
          </a:bodyPr>
          <a:lstStyle/>
          <a:p>
            <a:pPr marL="0" indent="0">
              <a:buNone/>
            </a:pPr>
            <a:r>
              <a:rPr lang="en-US" sz="2500" dirty="0">
                <a:solidFill>
                  <a:schemeClr val="bg1"/>
                </a:solidFill>
                <a:latin typeface="Times New Roman" panose="02020603050405020304" pitchFamily="18" charset="0"/>
                <a:ea typeface="Times New Roman" pitchFamily="34" charset="-122"/>
                <a:cs typeface="Times New Roman" panose="02020603050405020304" pitchFamily="18" charset="0"/>
              </a:rPr>
              <a:t>The hash table begins as an array; each position is a bucket location.</a:t>
            </a:r>
            <a:endParaRPr lang="en-US" sz="2500" dirty="0">
              <a:solidFill>
                <a:schemeClr val="bg1"/>
              </a:solidFill>
              <a:latin typeface="Times New Roman" panose="02020603050405020304" pitchFamily="18" charset="0"/>
              <a:cs typeface="Times New Roman" panose="02020603050405020304" pitchFamily="18" charset="0"/>
            </a:endParaRPr>
          </a:p>
        </p:txBody>
      </p:sp>
      <p:sp>
        <p:nvSpPr>
          <p:cNvPr id="34" name="Text 32"/>
          <p:cNvSpPr/>
          <p:nvPr/>
        </p:nvSpPr>
        <p:spPr>
          <a:xfrm>
            <a:off x="6180228" y="1901939"/>
            <a:ext cx="4929289" cy="493775"/>
          </a:xfrm>
          <a:prstGeom prst="rect">
            <a:avLst/>
          </a:prstGeom>
          <a:noFill/>
          <a:ln/>
        </p:spPr>
        <p:txBody>
          <a:bodyPr wrap="square" lIns="0" tIns="0" rIns="0" bIns="0" rtlCol="0" anchor="ctr"/>
          <a:lstStyle/>
          <a:p>
            <a:pPr marL="0" indent="0" algn="ctr">
              <a:buNone/>
            </a:pPr>
            <a:r>
              <a:rPr lang="en-US" sz="2500" b="1" dirty="0">
                <a:solidFill>
                  <a:schemeClr val="bg1"/>
                </a:solidFill>
                <a:latin typeface="Times New Roman" panose="02020603050405020304" pitchFamily="18" charset="0"/>
                <a:cs typeface="Times New Roman" panose="02020603050405020304" pitchFamily="18" charset="0"/>
              </a:rPr>
              <a:t>Fixed-size array of bucket slots</a:t>
            </a:r>
            <a:endParaRPr lang="en-US" sz="2500" dirty="0">
              <a:solidFill>
                <a:schemeClr val="bg1"/>
              </a:solidFill>
              <a:latin typeface="Times New Roman" panose="02020603050405020304" pitchFamily="18" charset="0"/>
              <a:cs typeface="Times New Roman" panose="02020603050405020304" pitchFamily="18" charset="0"/>
            </a:endParaRPr>
          </a:p>
        </p:txBody>
      </p:sp>
      <p:sp>
        <p:nvSpPr>
          <p:cNvPr id="35" name="Shape 33"/>
          <p:cNvSpPr/>
          <p:nvPr/>
        </p:nvSpPr>
        <p:spPr>
          <a:xfrm>
            <a:off x="3104063" y="4599258"/>
            <a:ext cx="0" cy="502920"/>
          </a:xfrm>
          <a:prstGeom prst="line">
            <a:avLst/>
          </a:prstGeom>
          <a:noFill/>
          <a:ln w="27940">
            <a:solidFill>
              <a:srgbClr val="47D7FF"/>
            </a:solidFill>
            <a:prstDash val="solid"/>
            <a:headEnd type="none"/>
            <a:tailEnd type="triangle"/>
          </a:ln>
        </p:spPr>
        <p:txBody>
          <a:bodyPr/>
          <a:lstStyle/>
          <a:p>
            <a:endParaRPr lang="en-US"/>
          </a:p>
        </p:txBody>
      </p:sp>
      <p:sp>
        <p:nvSpPr>
          <p:cNvPr id="37" name="Text 35"/>
          <p:cNvSpPr/>
          <p:nvPr/>
        </p:nvSpPr>
        <p:spPr>
          <a:xfrm>
            <a:off x="1046333" y="5400446"/>
            <a:ext cx="4078133" cy="786373"/>
          </a:xfrm>
          <a:prstGeom prst="rect">
            <a:avLst/>
          </a:prstGeom>
          <a:noFill/>
          <a:ln/>
        </p:spPr>
        <p:txBody>
          <a:bodyPr wrap="square" lIns="0" tIns="0" rIns="0" bIns="0" rtlCol="0" anchor="ctr"/>
          <a:lstStyle/>
          <a:p>
            <a:pPr marL="0" indent="0" algn="ctr">
              <a:buNone/>
            </a:pPr>
            <a:r>
              <a:rPr lang="en-US" sz="2500" dirty="0">
                <a:solidFill>
                  <a:schemeClr val="bg1"/>
                </a:solidFill>
                <a:latin typeface="Times New Roman" panose="02020603050405020304" pitchFamily="18" charset="0"/>
                <a:cs typeface="Times New Roman" panose="02020603050405020304" pitchFamily="18" charset="0"/>
              </a:rPr>
              <a:t>Array size determines how many buckets are available.</a:t>
            </a:r>
          </a:p>
        </p:txBody>
      </p:sp>
      <p:sp>
        <p:nvSpPr>
          <p:cNvPr id="38" name="Shape 36"/>
          <p:cNvSpPr/>
          <p:nvPr/>
        </p:nvSpPr>
        <p:spPr>
          <a:xfrm>
            <a:off x="6056174" y="5006778"/>
            <a:ext cx="2373560" cy="1220204"/>
          </a:xfrm>
          <a:prstGeom prst="roundRect">
            <a:avLst>
              <a:gd name="adj" fmla="val 7059"/>
            </a:avLst>
          </a:prstGeom>
          <a:solidFill>
            <a:srgbClr val="101A2D"/>
          </a:solidFill>
          <a:ln w="15240">
            <a:solidFill>
              <a:srgbClr val="B4F564">
                <a:alpha val="90000"/>
              </a:srgbClr>
            </a:solidFill>
            <a:prstDash val="solid"/>
          </a:ln>
        </p:spPr>
        <p:txBody>
          <a:bodyPr/>
          <a:lstStyle/>
          <a:p>
            <a:endParaRPr lang="en-US"/>
          </a:p>
        </p:txBody>
      </p:sp>
      <p:sp>
        <p:nvSpPr>
          <p:cNvPr id="39" name="Text 37"/>
          <p:cNvSpPr/>
          <p:nvPr/>
        </p:nvSpPr>
        <p:spPr>
          <a:xfrm>
            <a:off x="6088834" y="5035540"/>
            <a:ext cx="2340899" cy="1164091"/>
          </a:xfrm>
          <a:prstGeom prst="rect">
            <a:avLst/>
          </a:prstGeom>
          <a:noFill/>
          <a:ln/>
        </p:spPr>
        <p:txBody>
          <a:bodyPr wrap="square" lIns="381" tIns="381" rIns="381" bIns="381" rtlCol="0" anchor="ctr">
            <a:normAutofit/>
          </a:bodyPr>
          <a:lstStyle/>
          <a:p>
            <a:pPr marL="0" indent="0" algn="ctr">
              <a:buNone/>
            </a:pPr>
            <a:r>
              <a:rPr lang="en-US" sz="2000" b="1" dirty="0">
                <a:solidFill>
                  <a:srgbClr val="F8FAFC"/>
                </a:solidFill>
                <a:latin typeface="Times New Roman" panose="02020603050405020304" pitchFamily="18" charset="0"/>
                <a:ea typeface="Times New Roman" pitchFamily="34" charset="-122"/>
                <a:cs typeface="Times New Roman" panose="02020603050405020304" pitchFamily="18" charset="0"/>
              </a:rPr>
              <a:t>More buckets</a:t>
            </a:r>
            <a:endParaRPr lang="en-US" sz="2000" dirty="0">
              <a:latin typeface="Times New Roman" panose="02020603050405020304" pitchFamily="18" charset="0"/>
              <a:cs typeface="Times New Roman" panose="02020603050405020304" pitchFamily="18" charset="0"/>
            </a:endParaRPr>
          </a:p>
          <a:p>
            <a:pPr marL="0" indent="0" algn="ctr">
              <a:buNone/>
            </a:pPr>
            <a:r>
              <a:rPr lang="en-US" sz="2000" b="1" dirty="0">
                <a:solidFill>
                  <a:srgbClr val="F8FAFC"/>
                </a:solidFill>
                <a:latin typeface="Times New Roman" panose="02020603050405020304" pitchFamily="18" charset="0"/>
                <a:ea typeface="Times New Roman" pitchFamily="34" charset="-122"/>
                <a:cs typeface="Times New Roman" panose="02020603050405020304" pitchFamily="18" charset="0"/>
              </a:rPr>
              <a:t>= better spread</a:t>
            </a:r>
            <a:endParaRPr lang="en-US" sz="2000" dirty="0">
              <a:latin typeface="Times New Roman" panose="02020603050405020304" pitchFamily="18" charset="0"/>
              <a:cs typeface="Times New Roman" panose="02020603050405020304" pitchFamily="18" charset="0"/>
            </a:endParaRPr>
          </a:p>
        </p:txBody>
      </p:sp>
      <p:sp>
        <p:nvSpPr>
          <p:cNvPr id="40" name="Shape 38"/>
          <p:cNvSpPr/>
          <p:nvPr/>
        </p:nvSpPr>
        <p:spPr>
          <a:xfrm>
            <a:off x="8723024" y="5007626"/>
            <a:ext cx="2385743" cy="1215155"/>
          </a:xfrm>
          <a:prstGeom prst="roundRect">
            <a:avLst>
              <a:gd name="adj" fmla="val 7059"/>
            </a:avLst>
          </a:prstGeom>
          <a:solidFill>
            <a:srgbClr val="101A2D"/>
          </a:solidFill>
          <a:ln w="15240">
            <a:solidFill>
              <a:srgbClr val="FF6B6B">
                <a:alpha val="90000"/>
              </a:srgbClr>
            </a:solidFill>
            <a:prstDash val="solid"/>
          </a:ln>
        </p:spPr>
        <p:txBody>
          <a:bodyPr anchor="ctr"/>
          <a:lstStyle/>
          <a:p>
            <a:endParaRPr lang="en-US"/>
          </a:p>
        </p:txBody>
      </p:sp>
      <p:sp>
        <p:nvSpPr>
          <p:cNvPr id="41" name="Text 39"/>
          <p:cNvSpPr/>
          <p:nvPr/>
        </p:nvSpPr>
        <p:spPr>
          <a:xfrm>
            <a:off x="8723022" y="5007626"/>
            <a:ext cx="2373559" cy="1215155"/>
          </a:xfrm>
          <a:prstGeom prst="rect">
            <a:avLst/>
          </a:prstGeom>
          <a:noFill/>
          <a:ln/>
        </p:spPr>
        <p:txBody>
          <a:bodyPr wrap="square" lIns="381" tIns="381" rIns="381" bIns="381" rtlCol="0" anchor="ctr">
            <a:normAutofit/>
          </a:bodyPr>
          <a:lstStyle/>
          <a:p>
            <a:pPr marL="0" indent="0" algn="ctr">
              <a:buNone/>
            </a:pPr>
            <a:r>
              <a:rPr lang="en-US" sz="2000" b="1" dirty="0">
                <a:solidFill>
                  <a:srgbClr val="F8FAFC"/>
                </a:solidFill>
                <a:latin typeface="Times New Roman" panose="02020603050405020304" pitchFamily="18" charset="0"/>
                <a:ea typeface="Times New Roman" pitchFamily="34" charset="-122"/>
                <a:cs typeface="Times New Roman" panose="02020603050405020304" pitchFamily="18" charset="0"/>
              </a:rPr>
              <a:t>Too few buckets</a:t>
            </a:r>
            <a:endParaRPr lang="en-US" sz="2000" dirty="0">
              <a:latin typeface="Times New Roman" panose="02020603050405020304" pitchFamily="18" charset="0"/>
              <a:cs typeface="Times New Roman" panose="02020603050405020304" pitchFamily="18" charset="0"/>
            </a:endParaRPr>
          </a:p>
          <a:p>
            <a:pPr marL="0" indent="0" algn="ctr">
              <a:buNone/>
            </a:pPr>
            <a:r>
              <a:rPr lang="en-US" sz="2000" b="1" dirty="0">
                <a:solidFill>
                  <a:srgbClr val="F8FAFC"/>
                </a:solidFill>
                <a:latin typeface="Times New Roman" panose="02020603050405020304" pitchFamily="18" charset="0"/>
                <a:ea typeface="Times New Roman" pitchFamily="34" charset="-122"/>
                <a:cs typeface="Times New Roman" panose="02020603050405020304" pitchFamily="18" charset="0"/>
              </a:rPr>
              <a:t>= more collisions</a:t>
            </a:r>
            <a:endParaRPr lang="en-US" sz="2000" dirty="0">
              <a:latin typeface="Times New Roman" panose="02020603050405020304" pitchFamily="18" charset="0"/>
              <a:cs typeface="Times New Roman" panose="02020603050405020304" pitchFamily="18" charset="0"/>
            </a:endParaRPr>
          </a:p>
        </p:txBody>
      </p:sp>
      <p:sp>
        <p:nvSpPr>
          <p:cNvPr id="42" name="Shape 0">
            <a:extLst>
              <a:ext uri="{FF2B5EF4-FFF2-40B4-BE49-F238E27FC236}">
                <a16:creationId xmlns:a16="http://schemas.microsoft.com/office/drawing/2014/main" id="{CB7309E0-7004-E8C6-E741-C71979F2BDFC}"/>
              </a:ext>
            </a:extLst>
          </p:cNvPr>
          <p:cNvSpPr/>
          <p:nvPr/>
        </p:nvSpPr>
        <p:spPr>
          <a:xfrm>
            <a:off x="12049651" y="-22568"/>
            <a:ext cx="137160" cy="6880568"/>
          </a:xfrm>
          <a:prstGeom prst="rect">
            <a:avLst/>
          </a:prstGeom>
          <a:solidFill>
            <a:srgbClr val="47D7FF"/>
          </a:solidFill>
          <a:ln w="12700">
            <a:solidFill>
              <a:srgbClr val="47D7FF">
                <a:alpha val="0"/>
              </a:srgbClr>
            </a:solidFill>
            <a:prstDash val="solid"/>
          </a:ln>
        </p:spPr>
        <p:txBody>
          <a:bodyPr/>
          <a:lstStyle/>
          <a:p>
            <a:endParaRPr lang="en-US"/>
          </a:p>
        </p:txBody>
      </p:sp>
      <p:sp>
        <p:nvSpPr>
          <p:cNvPr id="43" name="Shape 17">
            <a:extLst>
              <a:ext uri="{FF2B5EF4-FFF2-40B4-BE49-F238E27FC236}">
                <a16:creationId xmlns:a16="http://schemas.microsoft.com/office/drawing/2014/main" id="{286FF51E-8D20-4444-CBB3-2B884A727FCE}"/>
              </a:ext>
            </a:extLst>
          </p:cNvPr>
          <p:cNvSpPr/>
          <p:nvPr/>
        </p:nvSpPr>
        <p:spPr>
          <a:xfrm>
            <a:off x="1051799" y="2893301"/>
            <a:ext cx="658079" cy="1234066"/>
          </a:xfrm>
          <a:prstGeom prst="rect">
            <a:avLst/>
          </a:prstGeom>
          <a:solidFill>
            <a:srgbClr val="121F38">
              <a:alpha val="88000"/>
            </a:srgbClr>
          </a:solidFill>
          <a:ln w="8890">
            <a:solidFill>
              <a:srgbClr val="6B7895">
                <a:alpha val="55000"/>
              </a:srgbClr>
            </a:solidFill>
            <a:prstDash val="solid"/>
          </a:ln>
        </p:spPr>
        <p:txBody>
          <a:bodyPr/>
          <a:lstStyle/>
          <a:p>
            <a:endParaRPr lang="en-US"/>
          </a:p>
        </p:txBody>
      </p:sp>
      <p:sp>
        <p:nvSpPr>
          <p:cNvPr id="45" name="Shape 17">
            <a:extLst>
              <a:ext uri="{FF2B5EF4-FFF2-40B4-BE49-F238E27FC236}">
                <a16:creationId xmlns:a16="http://schemas.microsoft.com/office/drawing/2014/main" id="{7CB5298D-3011-7A19-970D-76476ABD2B1E}"/>
              </a:ext>
            </a:extLst>
          </p:cNvPr>
          <p:cNvSpPr/>
          <p:nvPr/>
        </p:nvSpPr>
        <p:spPr>
          <a:xfrm>
            <a:off x="1906285" y="2886370"/>
            <a:ext cx="658079" cy="1234066"/>
          </a:xfrm>
          <a:prstGeom prst="rect">
            <a:avLst/>
          </a:prstGeom>
          <a:solidFill>
            <a:srgbClr val="121F38">
              <a:alpha val="88000"/>
            </a:srgbClr>
          </a:solidFill>
          <a:ln w="8890">
            <a:solidFill>
              <a:srgbClr val="6B7895">
                <a:alpha val="55000"/>
              </a:srgbClr>
            </a:solidFill>
            <a:prstDash val="solid"/>
          </a:ln>
        </p:spPr>
        <p:txBody>
          <a:bodyPr/>
          <a:lstStyle/>
          <a:p>
            <a:endParaRPr lang="en-US"/>
          </a:p>
        </p:txBody>
      </p:sp>
      <p:sp>
        <p:nvSpPr>
          <p:cNvPr id="46" name="Shape 21">
            <a:extLst>
              <a:ext uri="{FF2B5EF4-FFF2-40B4-BE49-F238E27FC236}">
                <a16:creationId xmlns:a16="http://schemas.microsoft.com/office/drawing/2014/main" id="{35F95631-3A85-3D94-2336-8CAF2D1BE30A}"/>
              </a:ext>
            </a:extLst>
          </p:cNvPr>
          <p:cNvSpPr/>
          <p:nvPr/>
        </p:nvSpPr>
        <p:spPr>
          <a:xfrm>
            <a:off x="2761104" y="2881728"/>
            <a:ext cx="658079" cy="1220204"/>
          </a:xfrm>
          <a:prstGeom prst="rect">
            <a:avLst/>
          </a:prstGeom>
          <a:solidFill>
            <a:srgbClr val="1DA7D6">
              <a:alpha val="95000"/>
            </a:srgbClr>
          </a:solidFill>
          <a:ln w="20320">
            <a:solidFill>
              <a:srgbClr val="47D7FF"/>
            </a:solidFill>
            <a:prstDash val="solid"/>
          </a:ln>
        </p:spPr>
        <p:txBody>
          <a:bodyPr/>
          <a:lstStyle/>
          <a:p>
            <a:endParaRPr lang="en-US"/>
          </a:p>
        </p:txBody>
      </p:sp>
      <p:sp>
        <p:nvSpPr>
          <p:cNvPr id="48" name="Shape 17">
            <a:extLst>
              <a:ext uri="{FF2B5EF4-FFF2-40B4-BE49-F238E27FC236}">
                <a16:creationId xmlns:a16="http://schemas.microsoft.com/office/drawing/2014/main" id="{B25C968C-0ED5-8A2F-967F-F11CEEA9AC2F}"/>
              </a:ext>
            </a:extLst>
          </p:cNvPr>
          <p:cNvSpPr/>
          <p:nvPr/>
        </p:nvSpPr>
        <p:spPr>
          <a:xfrm>
            <a:off x="3606788" y="2886370"/>
            <a:ext cx="658079" cy="1234066"/>
          </a:xfrm>
          <a:prstGeom prst="rect">
            <a:avLst/>
          </a:prstGeom>
          <a:solidFill>
            <a:srgbClr val="121F38">
              <a:alpha val="88000"/>
            </a:srgbClr>
          </a:solidFill>
          <a:ln w="8890">
            <a:solidFill>
              <a:srgbClr val="6B7895">
                <a:alpha val="55000"/>
              </a:srgbClr>
            </a:solidFill>
            <a:prstDash val="solid"/>
          </a:ln>
        </p:spPr>
        <p:txBody>
          <a:bodyPr/>
          <a:lstStyle/>
          <a:p>
            <a:endParaRPr lang="en-US"/>
          </a:p>
        </p:txBody>
      </p:sp>
      <p:sp>
        <p:nvSpPr>
          <p:cNvPr id="51" name="Shape 17">
            <a:extLst>
              <a:ext uri="{FF2B5EF4-FFF2-40B4-BE49-F238E27FC236}">
                <a16:creationId xmlns:a16="http://schemas.microsoft.com/office/drawing/2014/main" id="{11CFC303-9C1E-6A89-2DEC-1F4DDA0841E9}"/>
              </a:ext>
            </a:extLst>
          </p:cNvPr>
          <p:cNvSpPr/>
          <p:nvPr/>
        </p:nvSpPr>
        <p:spPr>
          <a:xfrm>
            <a:off x="4466387" y="2886370"/>
            <a:ext cx="658079" cy="1234066"/>
          </a:xfrm>
          <a:prstGeom prst="rect">
            <a:avLst/>
          </a:prstGeom>
          <a:solidFill>
            <a:srgbClr val="121F38">
              <a:alpha val="88000"/>
            </a:srgbClr>
          </a:solidFill>
          <a:ln w="8890">
            <a:solidFill>
              <a:srgbClr val="6B7895">
                <a:alpha val="55000"/>
              </a:srgbClr>
            </a:solidFill>
            <a:prstDash val="solid"/>
          </a:ln>
        </p:spPr>
        <p:txBody>
          <a:bodyPr/>
          <a:lstStyle/>
          <a:p>
            <a:endParaRPr lang="en-US"/>
          </a:p>
        </p:txBody>
      </p:sp>
      <p:sp>
        <p:nvSpPr>
          <p:cNvPr id="52" name="Shape 17">
            <a:extLst>
              <a:ext uri="{FF2B5EF4-FFF2-40B4-BE49-F238E27FC236}">
                <a16:creationId xmlns:a16="http://schemas.microsoft.com/office/drawing/2014/main" id="{A9D7735D-2F84-D3EF-D161-3D3A6A607EAC}"/>
              </a:ext>
            </a:extLst>
          </p:cNvPr>
          <p:cNvSpPr/>
          <p:nvPr/>
        </p:nvSpPr>
        <p:spPr>
          <a:xfrm>
            <a:off x="5325986" y="2881728"/>
            <a:ext cx="658079" cy="1234066"/>
          </a:xfrm>
          <a:prstGeom prst="rect">
            <a:avLst/>
          </a:prstGeom>
          <a:solidFill>
            <a:srgbClr val="121F38">
              <a:alpha val="88000"/>
            </a:srgbClr>
          </a:solidFill>
          <a:ln w="8890">
            <a:solidFill>
              <a:srgbClr val="6B7895">
                <a:alpha val="55000"/>
              </a:srgbClr>
            </a:solidFill>
            <a:prstDash val="solid"/>
          </a:ln>
        </p:spPr>
        <p:txBody>
          <a:bodyPr/>
          <a:lstStyle/>
          <a:p>
            <a:endParaRPr lang="en-US"/>
          </a:p>
        </p:txBody>
      </p:sp>
      <p:sp>
        <p:nvSpPr>
          <p:cNvPr id="53" name="Shape 21">
            <a:extLst>
              <a:ext uri="{FF2B5EF4-FFF2-40B4-BE49-F238E27FC236}">
                <a16:creationId xmlns:a16="http://schemas.microsoft.com/office/drawing/2014/main" id="{34CF6A80-7CB0-B906-43D7-93C2F5FB0335}"/>
              </a:ext>
            </a:extLst>
          </p:cNvPr>
          <p:cNvSpPr/>
          <p:nvPr/>
        </p:nvSpPr>
        <p:spPr>
          <a:xfrm>
            <a:off x="6180228" y="2900232"/>
            <a:ext cx="658079" cy="1220204"/>
          </a:xfrm>
          <a:prstGeom prst="rect">
            <a:avLst/>
          </a:prstGeom>
          <a:solidFill>
            <a:srgbClr val="1DA7D6">
              <a:alpha val="95000"/>
            </a:srgbClr>
          </a:solidFill>
          <a:ln w="20320">
            <a:solidFill>
              <a:srgbClr val="47D7FF"/>
            </a:solidFill>
            <a:prstDash val="solid"/>
          </a:ln>
        </p:spPr>
        <p:txBody>
          <a:bodyPr/>
          <a:lstStyle/>
          <a:p>
            <a:endParaRPr lang="en-US"/>
          </a:p>
        </p:txBody>
      </p:sp>
      <p:sp>
        <p:nvSpPr>
          <p:cNvPr id="54" name="Shape 17">
            <a:extLst>
              <a:ext uri="{FF2B5EF4-FFF2-40B4-BE49-F238E27FC236}">
                <a16:creationId xmlns:a16="http://schemas.microsoft.com/office/drawing/2014/main" id="{AEB175ED-6AF5-56E6-19BF-C28809CD241F}"/>
              </a:ext>
            </a:extLst>
          </p:cNvPr>
          <p:cNvSpPr/>
          <p:nvPr/>
        </p:nvSpPr>
        <p:spPr>
          <a:xfrm>
            <a:off x="7034470" y="2900680"/>
            <a:ext cx="658079" cy="1234066"/>
          </a:xfrm>
          <a:prstGeom prst="rect">
            <a:avLst/>
          </a:prstGeom>
          <a:solidFill>
            <a:srgbClr val="121F38">
              <a:alpha val="88000"/>
            </a:srgbClr>
          </a:solidFill>
          <a:ln w="8890">
            <a:solidFill>
              <a:srgbClr val="6B7895">
                <a:alpha val="55000"/>
              </a:srgbClr>
            </a:solidFill>
            <a:prstDash val="solid"/>
          </a:ln>
        </p:spPr>
        <p:txBody>
          <a:bodyPr/>
          <a:lstStyle/>
          <a:p>
            <a:endParaRPr lang="en-US"/>
          </a:p>
        </p:txBody>
      </p:sp>
      <p:sp>
        <p:nvSpPr>
          <p:cNvPr id="55" name="Shape 17">
            <a:extLst>
              <a:ext uri="{FF2B5EF4-FFF2-40B4-BE49-F238E27FC236}">
                <a16:creationId xmlns:a16="http://schemas.microsoft.com/office/drawing/2014/main" id="{153D6F28-C02D-88A6-929C-FF9E089875D0}"/>
              </a:ext>
            </a:extLst>
          </p:cNvPr>
          <p:cNvSpPr/>
          <p:nvPr/>
        </p:nvSpPr>
        <p:spPr>
          <a:xfrm>
            <a:off x="7888712" y="2916433"/>
            <a:ext cx="658079" cy="1234066"/>
          </a:xfrm>
          <a:prstGeom prst="rect">
            <a:avLst/>
          </a:prstGeom>
          <a:solidFill>
            <a:srgbClr val="121F38">
              <a:alpha val="88000"/>
            </a:srgbClr>
          </a:solidFill>
          <a:ln w="8890">
            <a:solidFill>
              <a:srgbClr val="6B7895">
                <a:alpha val="55000"/>
              </a:srgbClr>
            </a:solidFill>
            <a:prstDash val="solid"/>
          </a:ln>
        </p:spPr>
        <p:txBody>
          <a:bodyPr/>
          <a:lstStyle/>
          <a:p>
            <a:endParaRPr lang="en-US" dirty="0"/>
          </a:p>
        </p:txBody>
      </p:sp>
      <p:sp>
        <p:nvSpPr>
          <p:cNvPr id="56" name="Shape 21">
            <a:extLst>
              <a:ext uri="{FF2B5EF4-FFF2-40B4-BE49-F238E27FC236}">
                <a16:creationId xmlns:a16="http://schemas.microsoft.com/office/drawing/2014/main" id="{9A9B083B-539D-CB2F-53A2-9040A57514A4}"/>
              </a:ext>
            </a:extLst>
          </p:cNvPr>
          <p:cNvSpPr/>
          <p:nvPr/>
        </p:nvSpPr>
        <p:spPr>
          <a:xfrm>
            <a:off x="8742954" y="2934648"/>
            <a:ext cx="658079" cy="1220204"/>
          </a:xfrm>
          <a:prstGeom prst="rect">
            <a:avLst/>
          </a:prstGeom>
          <a:solidFill>
            <a:srgbClr val="1DA7D6">
              <a:alpha val="95000"/>
            </a:srgbClr>
          </a:solidFill>
          <a:ln w="20320">
            <a:solidFill>
              <a:srgbClr val="47D7FF"/>
            </a:solidFill>
            <a:prstDash val="solid"/>
          </a:ln>
        </p:spPr>
        <p:txBody>
          <a:bodyPr/>
          <a:lstStyle/>
          <a:p>
            <a:endParaRPr lang="en-US"/>
          </a:p>
        </p:txBody>
      </p:sp>
      <p:sp>
        <p:nvSpPr>
          <p:cNvPr id="58" name="Shape 17">
            <a:extLst>
              <a:ext uri="{FF2B5EF4-FFF2-40B4-BE49-F238E27FC236}">
                <a16:creationId xmlns:a16="http://schemas.microsoft.com/office/drawing/2014/main" id="{16A5DD29-16AD-7A3C-8D40-7341871B0E3A}"/>
              </a:ext>
            </a:extLst>
          </p:cNvPr>
          <p:cNvSpPr/>
          <p:nvPr/>
        </p:nvSpPr>
        <p:spPr>
          <a:xfrm>
            <a:off x="9597196" y="2927717"/>
            <a:ext cx="658079" cy="1234066"/>
          </a:xfrm>
          <a:prstGeom prst="rect">
            <a:avLst/>
          </a:prstGeom>
          <a:solidFill>
            <a:srgbClr val="121F38">
              <a:alpha val="88000"/>
            </a:srgbClr>
          </a:solidFill>
          <a:ln w="8890">
            <a:solidFill>
              <a:srgbClr val="6B7895">
                <a:alpha val="55000"/>
              </a:srgbClr>
            </a:solidFill>
            <a:prstDash val="solid"/>
          </a:ln>
        </p:spPr>
        <p:txBody>
          <a:bodyPr/>
          <a:lstStyle/>
          <a:p>
            <a:endParaRPr lang="en-US" dirty="0"/>
          </a:p>
        </p:txBody>
      </p:sp>
      <p:sp>
        <p:nvSpPr>
          <p:cNvPr id="59" name="Shape 17">
            <a:extLst>
              <a:ext uri="{FF2B5EF4-FFF2-40B4-BE49-F238E27FC236}">
                <a16:creationId xmlns:a16="http://schemas.microsoft.com/office/drawing/2014/main" id="{CE83B164-DBA0-AE29-F783-5FC7263039DD}"/>
              </a:ext>
            </a:extLst>
          </p:cNvPr>
          <p:cNvSpPr/>
          <p:nvPr/>
        </p:nvSpPr>
        <p:spPr>
          <a:xfrm>
            <a:off x="10451438" y="2927717"/>
            <a:ext cx="658079" cy="1234066"/>
          </a:xfrm>
          <a:prstGeom prst="rect">
            <a:avLst/>
          </a:prstGeom>
          <a:solidFill>
            <a:srgbClr val="121F38">
              <a:alpha val="88000"/>
            </a:srgbClr>
          </a:solidFill>
          <a:ln w="8890">
            <a:solidFill>
              <a:srgbClr val="6B7895">
                <a:alpha val="55000"/>
              </a:srgbClr>
            </a:solidFill>
            <a:prstDash val="solid"/>
          </a:ln>
        </p:spPr>
        <p:txBody>
          <a:bodyPr/>
          <a:lstStyle/>
          <a:p>
            <a:endParaRPr lang="en-US" dirty="0"/>
          </a:p>
        </p:txBody>
      </p:sp>
      <p:sp>
        <p:nvSpPr>
          <p:cNvPr id="60" name="Text 18">
            <a:extLst>
              <a:ext uri="{FF2B5EF4-FFF2-40B4-BE49-F238E27FC236}">
                <a16:creationId xmlns:a16="http://schemas.microsoft.com/office/drawing/2014/main" id="{FC59C8C0-B07C-08A3-7A01-960EF6A1B577}"/>
              </a:ext>
            </a:extLst>
          </p:cNvPr>
          <p:cNvSpPr/>
          <p:nvPr/>
        </p:nvSpPr>
        <p:spPr>
          <a:xfrm>
            <a:off x="1046332" y="2881728"/>
            <a:ext cx="654451" cy="1220203"/>
          </a:xfrm>
          <a:prstGeom prst="rect">
            <a:avLst/>
          </a:prstGeom>
          <a:noFill/>
          <a:ln/>
        </p:spPr>
        <p:txBody>
          <a:bodyPr wrap="square" lIns="0" tIns="0" rIns="0" bIns="0" rtlCol="0" anchor="ctr"/>
          <a:lstStyle/>
          <a:p>
            <a:pPr marL="0" indent="0" algn="ctr">
              <a:buNone/>
            </a:pPr>
            <a:r>
              <a:rPr lang="en-US" sz="2500" dirty="0">
                <a:latin typeface="Times New Roman" panose="02020603050405020304" pitchFamily="18" charset="0"/>
                <a:ea typeface="Times New Roman" pitchFamily="34" charset="-122"/>
                <a:cs typeface="Times New Roman" panose="02020603050405020304" pitchFamily="18" charset="0"/>
              </a:rPr>
              <a:t>0</a:t>
            </a:r>
            <a:endParaRPr lang="en-US" sz="2500" dirty="0">
              <a:latin typeface="Times New Roman" panose="02020603050405020304" pitchFamily="18" charset="0"/>
              <a:cs typeface="Times New Roman" panose="02020603050405020304" pitchFamily="18" charset="0"/>
            </a:endParaRPr>
          </a:p>
        </p:txBody>
      </p:sp>
      <p:sp>
        <p:nvSpPr>
          <p:cNvPr id="61" name="Text 18">
            <a:extLst>
              <a:ext uri="{FF2B5EF4-FFF2-40B4-BE49-F238E27FC236}">
                <a16:creationId xmlns:a16="http://schemas.microsoft.com/office/drawing/2014/main" id="{28346A72-CC7B-4FE1-5BE0-22255EB05520}"/>
              </a:ext>
            </a:extLst>
          </p:cNvPr>
          <p:cNvSpPr/>
          <p:nvPr/>
        </p:nvSpPr>
        <p:spPr>
          <a:xfrm>
            <a:off x="1906284" y="2886370"/>
            <a:ext cx="653299" cy="1215561"/>
          </a:xfrm>
          <a:prstGeom prst="rect">
            <a:avLst/>
          </a:prstGeom>
          <a:noFill/>
          <a:ln/>
        </p:spPr>
        <p:txBody>
          <a:bodyPr wrap="square" lIns="0" tIns="0" rIns="0" bIns="0" rtlCol="0" anchor="ctr"/>
          <a:lstStyle/>
          <a:p>
            <a:pPr marL="0" indent="0" algn="ctr">
              <a:buNone/>
            </a:pPr>
            <a:r>
              <a:rPr lang="en-US" sz="2500" dirty="0">
                <a:latin typeface="Times New Roman" panose="02020603050405020304" pitchFamily="18" charset="0"/>
                <a:cs typeface="Times New Roman" panose="02020603050405020304" pitchFamily="18" charset="0"/>
              </a:rPr>
              <a:t>1</a:t>
            </a:r>
          </a:p>
        </p:txBody>
      </p:sp>
      <p:sp>
        <p:nvSpPr>
          <p:cNvPr id="62" name="Text 18">
            <a:extLst>
              <a:ext uri="{FF2B5EF4-FFF2-40B4-BE49-F238E27FC236}">
                <a16:creationId xmlns:a16="http://schemas.microsoft.com/office/drawing/2014/main" id="{DC5498B7-39B8-F479-5760-8E2CE5B1628A}"/>
              </a:ext>
            </a:extLst>
          </p:cNvPr>
          <p:cNvSpPr/>
          <p:nvPr/>
        </p:nvSpPr>
        <p:spPr>
          <a:xfrm>
            <a:off x="2743206" y="2867866"/>
            <a:ext cx="662059" cy="1234065"/>
          </a:xfrm>
          <a:prstGeom prst="rect">
            <a:avLst/>
          </a:prstGeom>
          <a:noFill/>
          <a:ln/>
        </p:spPr>
        <p:txBody>
          <a:bodyPr wrap="square" lIns="0" tIns="0" rIns="0" bIns="0" rtlCol="0" anchor="ctr"/>
          <a:lstStyle/>
          <a:p>
            <a:pPr marL="0" indent="0" algn="ctr">
              <a:buNone/>
            </a:pPr>
            <a:r>
              <a:rPr lang="en-US" sz="2500" dirty="0">
                <a:latin typeface="Times New Roman" panose="02020603050405020304" pitchFamily="18" charset="0"/>
                <a:cs typeface="Times New Roman" panose="02020603050405020304" pitchFamily="18" charset="0"/>
              </a:rPr>
              <a:t>2</a:t>
            </a:r>
          </a:p>
        </p:txBody>
      </p:sp>
      <p:sp>
        <p:nvSpPr>
          <p:cNvPr id="63" name="Text 18">
            <a:extLst>
              <a:ext uri="{FF2B5EF4-FFF2-40B4-BE49-F238E27FC236}">
                <a16:creationId xmlns:a16="http://schemas.microsoft.com/office/drawing/2014/main" id="{0B664657-FEDA-B5D2-317E-AEB16EAC87FF}"/>
              </a:ext>
            </a:extLst>
          </p:cNvPr>
          <p:cNvSpPr/>
          <p:nvPr/>
        </p:nvSpPr>
        <p:spPr>
          <a:xfrm>
            <a:off x="3601428" y="2881728"/>
            <a:ext cx="668796" cy="1234066"/>
          </a:xfrm>
          <a:prstGeom prst="rect">
            <a:avLst/>
          </a:prstGeom>
          <a:noFill/>
          <a:ln/>
        </p:spPr>
        <p:txBody>
          <a:bodyPr wrap="square" lIns="0" tIns="0" rIns="0" bIns="0" rtlCol="0" anchor="ctr"/>
          <a:lstStyle/>
          <a:p>
            <a:pPr marL="0" indent="0" algn="ctr">
              <a:buNone/>
            </a:pPr>
            <a:r>
              <a:rPr lang="en-US" sz="2500" dirty="0">
                <a:latin typeface="Times New Roman" panose="02020603050405020304" pitchFamily="18" charset="0"/>
                <a:cs typeface="Times New Roman" panose="02020603050405020304" pitchFamily="18" charset="0"/>
              </a:rPr>
              <a:t>3</a:t>
            </a:r>
          </a:p>
        </p:txBody>
      </p:sp>
      <p:sp>
        <p:nvSpPr>
          <p:cNvPr id="64" name="Text 18">
            <a:extLst>
              <a:ext uri="{FF2B5EF4-FFF2-40B4-BE49-F238E27FC236}">
                <a16:creationId xmlns:a16="http://schemas.microsoft.com/office/drawing/2014/main" id="{F0958AD8-7888-9944-4014-6AE7AE6001C6}"/>
              </a:ext>
            </a:extLst>
          </p:cNvPr>
          <p:cNvSpPr/>
          <p:nvPr/>
        </p:nvSpPr>
        <p:spPr>
          <a:xfrm>
            <a:off x="4479480" y="2881728"/>
            <a:ext cx="644985" cy="1234066"/>
          </a:xfrm>
          <a:prstGeom prst="rect">
            <a:avLst/>
          </a:prstGeom>
          <a:noFill/>
          <a:ln/>
        </p:spPr>
        <p:txBody>
          <a:bodyPr wrap="square" lIns="0" tIns="0" rIns="0" bIns="0" rtlCol="0" anchor="ctr"/>
          <a:lstStyle/>
          <a:p>
            <a:pPr marL="0" indent="0" algn="ctr">
              <a:buNone/>
            </a:pPr>
            <a:r>
              <a:rPr lang="en-US" sz="2500" dirty="0">
                <a:latin typeface="Times New Roman" panose="02020603050405020304" pitchFamily="18" charset="0"/>
                <a:cs typeface="Times New Roman" panose="02020603050405020304" pitchFamily="18" charset="0"/>
              </a:rPr>
              <a:t>4</a:t>
            </a:r>
          </a:p>
        </p:txBody>
      </p:sp>
      <p:sp>
        <p:nvSpPr>
          <p:cNvPr id="65" name="Text 18">
            <a:extLst>
              <a:ext uri="{FF2B5EF4-FFF2-40B4-BE49-F238E27FC236}">
                <a16:creationId xmlns:a16="http://schemas.microsoft.com/office/drawing/2014/main" id="{C2BB6BED-40C2-CC4D-A67E-72FED3C5F82F}"/>
              </a:ext>
            </a:extLst>
          </p:cNvPr>
          <p:cNvSpPr/>
          <p:nvPr/>
        </p:nvSpPr>
        <p:spPr>
          <a:xfrm>
            <a:off x="5340757" y="2886370"/>
            <a:ext cx="643308" cy="1215561"/>
          </a:xfrm>
          <a:prstGeom prst="rect">
            <a:avLst/>
          </a:prstGeom>
          <a:noFill/>
          <a:ln/>
        </p:spPr>
        <p:txBody>
          <a:bodyPr wrap="square" lIns="0" tIns="0" rIns="0" bIns="0" rtlCol="0" anchor="ctr"/>
          <a:lstStyle/>
          <a:p>
            <a:pPr marL="0" indent="0" algn="ctr">
              <a:buNone/>
            </a:pPr>
            <a:r>
              <a:rPr lang="en-US" sz="2500" dirty="0">
                <a:latin typeface="Times New Roman" panose="02020603050405020304" pitchFamily="18" charset="0"/>
                <a:cs typeface="Times New Roman" panose="02020603050405020304" pitchFamily="18" charset="0"/>
              </a:rPr>
              <a:t>5</a:t>
            </a:r>
          </a:p>
        </p:txBody>
      </p:sp>
      <p:sp>
        <p:nvSpPr>
          <p:cNvPr id="66" name="Text 18">
            <a:extLst>
              <a:ext uri="{FF2B5EF4-FFF2-40B4-BE49-F238E27FC236}">
                <a16:creationId xmlns:a16="http://schemas.microsoft.com/office/drawing/2014/main" id="{CC2711B6-8B32-A636-2198-B3E158C8CAE9}"/>
              </a:ext>
            </a:extLst>
          </p:cNvPr>
          <p:cNvSpPr/>
          <p:nvPr/>
        </p:nvSpPr>
        <p:spPr>
          <a:xfrm>
            <a:off x="6169511" y="2881728"/>
            <a:ext cx="643308" cy="1273123"/>
          </a:xfrm>
          <a:prstGeom prst="rect">
            <a:avLst/>
          </a:prstGeom>
          <a:noFill/>
          <a:ln/>
        </p:spPr>
        <p:txBody>
          <a:bodyPr wrap="square" lIns="0" tIns="0" rIns="0" bIns="0" rtlCol="0" anchor="ctr"/>
          <a:lstStyle/>
          <a:p>
            <a:pPr marL="0" indent="0" algn="ctr">
              <a:buNone/>
            </a:pPr>
            <a:r>
              <a:rPr lang="en-US" sz="2500" dirty="0">
                <a:latin typeface="Times New Roman" panose="02020603050405020304" pitchFamily="18" charset="0"/>
                <a:cs typeface="Times New Roman" panose="02020603050405020304" pitchFamily="18" charset="0"/>
              </a:rPr>
              <a:t>6</a:t>
            </a:r>
          </a:p>
        </p:txBody>
      </p:sp>
      <p:sp>
        <p:nvSpPr>
          <p:cNvPr id="67" name="Text 18">
            <a:extLst>
              <a:ext uri="{FF2B5EF4-FFF2-40B4-BE49-F238E27FC236}">
                <a16:creationId xmlns:a16="http://schemas.microsoft.com/office/drawing/2014/main" id="{A7FA4924-8BDC-1AF9-0B32-F9C86B6943DF}"/>
              </a:ext>
            </a:extLst>
          </p:cNvPr>
          <p:cNvSpPr/>
          <p:nvPr/>
        </p:nvSpPr>
        <p:spPr>
          <a:xfrm>
            <a:off x="7054600" y="2916433"/>
            <a:ext cx="658079" cy="1238418"/>
          </a:xfrm>
          <a:prstGeom prst="rect">
            <a:avLst/>
          </a:prstGeom>
          <a:noFill/>
          <a:ln/>
        </p:spPr>
        <p:txBody>
          <a:bodyPr wrap="square" lIns="0" tIns="0" rIns="0" bIns="0" rtlCol="0" anchor="ctr"/>
          <a:lstStyle/>
          <a:p>
            <a:pPr marL="0" indent="0" algn="ctr">
              <a:buNone/>
            </a:pPr>
            <a:r>
              <a:rPr lang="en-US" sz="2500" dirty="0">
                <a:latin typeface="Times New Roman" panose="02020603050405020304" pitchFamily="18" charset="0"/>
                <a:cs typeface="Times New Roman" panose="02020603050405020304" pitchFamily="18" charset="0"/>
              </a:rPr>
              <a:t>7</a:t>
            </a:r>
          </a:p>
        </p:txBody>
      </p:sp>
      <p:sp>
        <p:nvSpPr>
          <p:cNvPr id="68" name="Text 18">
            <a:extLst>
              <a:ext uri="{FF2B5EF4-FFF2-40B4-BE49-F238E27FC236}">
                <a16:creationId xmlns:a16="http://schemas.microsoft.com/office/drawing/2014/main" id="{9861AE99-A0C9-589B-A133-A4B8A1152D58}"/>
              </a:ext>
            </a:extLst>
          </p:cNvPr>
          <p:cNvSpPr/>
          <p:nvPr/>
        </p:nvSpPr>
        <p:spPr>
          <a:xfrm>
            <a:off x="7900603" y="2934648"/>
            <a:ext cx="646188" cy="1220203"/>
          </a:xfrm>
          <a:prstGeom prst="rect">
            <a:avLst/>
          </a:prstGeom>
          <a:noFill/>
          <a:ln/>
        </p:spPr>
        <p:txBody>
          <a:bodyPr wrap="square" lIns="0" tIns="0" rIns="0" bIns="0" rtlCol="0" anchor="ctr"/>
          <a:lstStyle/>
          <a:p>
            <a:pPr marL="0" indent="0" algn="ctr">
              <a:buNone/>
            </a:pPr>
            <a:r>
              <a:rPr lang="en-US" sz="2500" dirty="0">
                <a:latin typeface="Times New Roman" panose="02020603050405020304" pitchFamily="18" charset="0"/>
                <a:cs typeface="Times New Roman" panose="02020603050405020304" pitchFamily="18" charset="0"/>
              </a:rPr>
              <a:t>8</a:t>
            </a:r>
          </a:p>
        </p:txBody>
      </p:sp>
      <p:sp>
        <p:nvSpPr>
          <p:cNvPr id="69" name="Text 18">
            <a:extLst>
              <a:ext uri="{FF2B5EF4-FFF2-40B4-BE49-F238E27FC236}">
                <a16:creationId xmlns:a16="http://schemas.microsoft.com/office/drawing/2014/main" id="{4E87C82B-C5FF-FCC2-AB38-74F1A8D5B820}"/>
              </a:ext>
            </a:extLst>
          </p:cNvPr>
          <p:cNvSpPr/>
          <p:nvPr/>
        </p:nvSpPr>
        <p:spPr>
          <a:xfrm>
            <a:off x="8737967" y="2934648"/>
            <a:ext cx="663066" cy="1227135"/>
          </a:xfrm>
          <a:prstGeom prst="rect">
            <a:avLst/>
          </a:prstGeom>
          <a:noFill/>
          <a:ln/>
        </p:spPr>
        <p:txBody>
          <a:bodyPr wrap="square" lIns="0" tIns="0" rIns="0" bIns="0" rtlCol="0" anchor="ctr"/>
          <a:lstStyle/>
          <a:p>
            <a:pPr marL="0" indent="0" algn="ctr">
              <a:buNone/>
            </a:pPr>
            <a:r>
              <a:rPr lang="en-US" sz="2500" dirty="0">
                <a:latin typeface="Times New Roman" panose="02020603050405020304" pitchFamily="18" charset="0"/>
                <a:cs typeface="Times New Roman" panose="02020603050405020304" pitchFamily="18" charset="0"/>
              </a:rPr>
              <a:t>9</a:t>
            </a:r>
          </a:p>
        </p:txBody>
      </p:sp>
      <p:sp>
        <p:nvSpPr>
          <p:cNvPr id="70" name="Text 18">
            <a:extLst>
              <a:ext uri="{FF2B5EF4-FFF2-40B4-BE49-F238E27FC236}">
                <a16:creationId xmlns:a16="http://schemas.microsoft.com/office/drawing/2014/main" id="{3E554DD9-DB76-BCA4-02EF-18D5BBE3C097}"/>
              </a:ext>
            </a:extLst>
          </p:cNvPr>
          <p:cNvSpPr/>
          <p:nvPr/>
        </p:nvSpPr>
        <p:spPr>
          <a:xfrm>
            <a:off x="9603982" y="2934648"/>
            <a:ext cx="634484" cy="1227135"/>
          </a:xfrm>
          <a:prstGeom prst="rect">
            <a:avLst/>
          </a:prstGeom>
          <a:noFill/>
          <a:ln/>
        </p:spPr>
        <p:txBody>
          <a:bodyPr wrap="square" lIns="0" tIns="0" rIns="0" bIns="0" rtlCol="0" anchor="ctr"/>
          <a:lstStyle/>
          <a:p>
            <a:pPr marL="0" indent="0" algn="ctr">
              <a:buNone/>
            </a:pPr>
            <a:r>
              <a:rPr lang="en-US" sz="2500" dirty="0">
                <a:latin typeface="Times New Roman" panose="02020603050405020304" pitchFamily="18" charset="0"/>
                <a:cs typeface="Times New Roman" panose="02020603050405020304" pitchFamily="18" charset="0"/>
              </a:rPr>
              <a:t>10</a:t>
            </a:r>
          </a:p>
        </p:txBody>
      </p:sp>
      <p:sp>
        <p:nvSpPr>
          <p:cNvPr id="71" name="Text 18">
            <a:extLst>
              <a:ext uri="{FF2B5EF4-FFF2-40B4-BE49-F238E27FC236}">
                <a16:creationId xmlns:a16="http://schemas.microsoft.com/office/drawing/2014/main" id="{3C67CAAA-9199-D2DC-BD41-29FE374F3206}"/>
              </a:ext>
            </a:extLst>
          </p:cNvPr>
          <p:cNvSpPr/>
          <p:nvPr/>
        </p:nvSpPr>
        <p:spPr>
          <a:xfrm>
            <a:off x="10451438" y="2927717"/>
            <a:ext cx="645143" cy="1234066"/>
          </a:xfrm>
          <a:prstGeom prst="rect">
            <a:avLst/>
          </a:prstGeom>
          <a:noFill/>
          <a:ln/>
        </p:spPr>
        <p:txBody>
          <a:bodyPr wrap="square" lIns="0" tIns="0" rIns="0" bIns="0" rtlCol="0" anchor="ctr"/>
          <a:lstStyle/>
          <a:p>
            <a:pPr marL="0" indent="0" algn="ctr">
              <a:buNone/>
            </a:pPr>
            <a:r>
              <a:rPr lang="en-US" sz="2500" dirty="0">
                <a:latin typeface="Times New Roman" panose="02020603050405020304" pitchFamily="18" charset="0"/>
                <a:cs typeface="Times New Roman" panose="02020603050405020304" pitchFamily="18" charset="0"/>
              </a:rPr>
              <a:t>11</a:t>
            </a:r>
          </a:p>
        </p:txBody>
      </p:sp>
      <p:sp>
        <p:nvSpPr>
          <p:cNvPr id="72" name="Shape 0">
            <a:extLst>
              <a:ext uri="{FF2B5EF4-FFF2-40B4-BE49-F238E27FC236}">
                <a16:creationId xmlns:a16="http://schemas.microsoft.com/office/drawing/2014/main" id="{F3A02000-5620-70AC-42E9-AE76E3504D7A}"/>
              </a:ext>
            </a:extLst>
          </p:cNvPr>
          <p:cNvSpPr/>
          <p:nvPr/>
        </p:nvSpPr>
        <p:spPr>
          <a:xfrm>
            <a:off x="-16147" y="-22568"/>
            <a:ext cx="109728" cy="6880568"/>
          </a:xfrm>
          <a:prstGeom prst="rect">
            <a:avLst/>
          </a:prstGeom>
          <a:solidFill>
            <a:srgbClr val="47D7FF"/>
          </a:solidFill>
          <a:ln w="12700">
            <a:solidFill>
              <a:srgbClr val="47D7FF">
                <a:alpha val="0"/>
              </a:srgbClr>
            </a:solidFill>
            <a:prstDash val="solid"/>
          </a:ln>
        </p:spPr>
        <p:txBody>
          <a:bodyPr/>
          <a:lstStyle/>
          <a:p>
            <a:endParaRPr lang="en-US"/>
          </a:p>
        </p:txBody>
      </p:sp>
      <p:sp>
        <p:nvSpPr>
          <p:cNvPr id="3" name="Footer Placeholder 6">
            <a:extLst>
              <a:ext uri="{FF2B5EF4-FFF2-40B4-BE49-F238E27FC236}">
                <a16:creationId xmlns:a16="http://schemas.microsoft.com/office/drawing/2014/main" id="{44B296B3-8FC3-646B-5A20-2597C5553271}"/>
              </a:ext>
            </a:extLst>
          </p:cNvPr>
          <p:cNvSpPr txBox="1">
            <a:spLocks/>
          </p:cNvSpPr>
          <p:nvPr/>
        </p:nvSpPr>
        <p:spPr>
          <a:xfrm>
            <a:off x="93582" y="6464808"/>
            <a:ext cx="11956069" cy="393192"/>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000" dirty="0">
                <a:solidFill>
                  <a:schemeClr val="bg1"/>
                </a:solidFill>
                <a:latin typeface="Times New Roman" panose="02020603050405020304" pitchFamily="18" charset="0"/>
                <a:cs typeface="Times New Roman" panose="02020603050405020304" pitchFamily="18" charset="0"/>
              </a:rPr>
              <a:t>Julien &amp; Jacobs                                           Data Structures 2: Final Presentation                                                    4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500" fill="hold"/>
                                        <p:tgtEl>
                                          <p:spTgt spid="9"/>
                                        </p:tgtEl>
                                        <p:attrNameLst>
                                          <p:attrName>ppt_x</p:attrName>
                                        </p:attrNameLst>
                                      </p:cBhvr>
                                      <p:tavLst>
                                        <p:tav tm="0">
                                          <p:val>
                                            <p:strVal val="0-#ppt_w/2"/>
                                          </p:val>
                                        </p:tav>
                                        <p:tav tm="100000">
                                          <p:val>
                                            <p:strVal val="#ppt_x"/>
                                          </p:val>
                                        </p:tav>
                                      </p:tavLst>
                                    </p:anim>
                                    <p:anim calcmode="lin" valueType="num">
                                      <p:cBhvr additive="base">
                                        <p:cTn id="8" dur="1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chemeClr val="tx1"/>
        </a:solidFill>
        <a:effectLst/>
      </p:bgPr>
    </p:bg>
    <p:spTree>
      <p:nvGrpSpPr>
        <p:cNvPr id="1" name=""/>
        <p:cNvGrpSpPr/>
        <p:nvPr/>
      </p:nvGrpSpPr>
      <p:grpSpPr>
        <a:xfrm>
          <a:off x="0" y="0"/>
          <a:ext cx="0" cy="0"/>
          <a:chOff x="0" y="0"/>
          <a:chExt cx="0" cy="0"/>
        </a:xfrm>
      </p:grpSpPr>
      <p:sp>
        <p:nvSpPr>
          <p:cNvPr id="6" name="Text 4"/>
          <p:cNvSpPr/>
          <p:nvPr/>
        </p:nvSpPr>
        <p:spPr>
          <a:xfrm>
            <a:off x="566928" y="393192"/>
            <a:ext cx="3108960" cy="256032"/>
          </a:xfrm>
          <a:prstGeom prst="rect">
            <a:avLst/>
          </a:prstGeom>
          <a:noFill/>
          <a:ln/>
        </p:spPr>
        <p:txBody>
          <a:bodyPr wrap="square" lIns="0" tIns="0" rIns="0" bIns="0" rtlCol="0" anchor="ctr"/>
          <a:lstStyle/>
          <a:p>
            <a:pPr marL="0" indent="0">
              <a:buNone/>
            </a:pPr>
            <a:r>
              <a:rPr lang="en-US" sz="1500" b="1" dirty="0">
                <a:solidFill>
                  <a:srgbClr val="47D7FF"/>
                </a:solidFill>
                <a:latin typeface="Times New Roman" panose="02020603050405020304" pitchFamily="18" charset="0"/>
                <a:ea typeface="Times New Roman" pitchFamily="34" charset="-122"/>
                <a:cs typeface="Times New Roman" panose="02020603050405020304" pitchFamily="18" charset="0"/>
              </a:rPr>
              <a:t>ENGINE</a:t>
            </a:r>
            <a:endParaRPr lang="en-US" sz="1500" dirty="0">
              <a:latin typeface="Times New Roman" panose="02020603050405020304" pitchFamily="18" charset="0"/>
              <a:cs typeface="Times New Roman" panose="02020603050405020304" pitchFamily="18" charset="0"/>
            </a:endParaRPr>
          </a:p>
        </p:txBody>
      </p:sp>
      <p:sp>
        <p:nvSpPr>
          <p:cNvPr id="7" name="Text 5"/>
          <p:cNvSpPr/>
          <p:nvPr/>
        </p:nvSpPr>
        <p:spPr>
          <a:xfrm>
            <a:off x="566928" y="658368"/>
            <a:ext cx="9875520" cy="493776"/>
          </a:xfrm>
          <a:prstGeom prst="rect">
            <a:avLst/>
          </a:prstGeom>
          <a:noFill/>
          <a:ln/>
        </p:spPr>
        <p:txBody>
          <a:bodyPr wrap="square" lIns="0" tIns="0" rIns="0" bIns="0" rtlCol="0" anchor="ctr">
            <a:normAutofit/>
          </a:bodyPr>
          <a:lstStyle/>
          <a:p>
            <a:pPr marL="0" indent="0">
              <a:buNone/>
            </a:pPr>
            <a:r>
              <a:rPr lang="en-US" sz="3000" b="1" dirty="0">
                <a:solidFill>
                  <a:schemeClr val="bg1"/>
                </a:solidFill>
                <a:latin typeface="Times New Roman" panose="02020603050405020304" pitchFamily="18" charset="0"/>
                <a:ea typeface="Times New Roman" pitchFamily="34" charset="-122"/>
                <a:cs typeface="Times New Roman" panose="02020603050405020304" pitchFamily="18" charset="0"/>
              </a:rPr>
              <a:t>Hash Function</a:t>
            </a:r>
            <a:endParaRPr lang="en-US" sz="3000" dirty="0">
              <a:solidFill>
                <a:schemeClr val="bg1"/>
              </a:solidFill>
              <a:latin typeface="Times New Roman" panose="02020603050405020304" pitchFamily="18" charset="0"/>
              <a:cs typeface="Times New Roman" panose="02020603050405020304" pitchFamily="18" charset="0"/>
            </a:endParaRPr>
          </a:p>
        </p:txBody>
      </p:sp>
      <p:sp>
        <p:nvSpPr>
          <p:cNvPr id="8" name="Shape 6"/>
          <p:cNvSpPr/>
          <p:nvPr/>
        </p:nvSpPr>
        <p:spPr>
          <a:xfrm>
            <a:off x="566928" y="1261872"/>
            <a:ext cx="1051560" cy="0"/>
          </a:xfrm>
          <a:prstGeom prst="line">
            <a:avLst/>
          </a:prstGeom>
          <a:noFill/>
          <a:ln w="25400">
            <a:solidFill>
              <a:srgbClr val="47D7FF"/>
            </a:solidFill>
            <a:prstDash val="solid"/>
            <a:headEnd type="none"/>
            <a:tailEnd type="none"/>
          </a:ln>
        </p:spPr>
        <p:txBody>
          <a:bodyPr/>
          <a:lstStyle/>
          <a:p>
            <a:endParaRPr lang="en-US"/>
          </a:p>
        </p:txBody>
      </p:sp>
      <p:sp>
        <p:nvSpPr>
          <p:cNvPr id="9" name="Text 7"/>
          <p:cNvSpPr/>
          <p:nvPr/>
        </p:nvSpPr>
        <p:spPr>
          <a:xfrm>
            <a:off x="566928" y="1444751"/>
            <a:ext cx="5056632" cy="685793"/>
          </a:xfrm>
          <a:prstGeom prst="rect">
            <a:avLst/>
          </a:prstGeom>
          <a:noFill/>
          <a:ln/>
        </p:spPr>
        <p:txBody>
          <a:bodyPr wrap="square" lIns="254" tIns="254" rIns="254" bIns="254" rtlCol="0" anchor="ctr">
            <a:noAutofit/>
          </a:bodyPr>
          <a:lstStyle/>
          <a:p>
            <a:pPr marL="0" indent="0">
              <a:buNone/>
            </a:pPr>
            <a:r>
              <a:rPr lang="en-US" sz="2500" dirty="0">
                <a:solidFill>
                  <a:schemeClr val="bg1"/>
                </a:solidFill>
                <a:latin typeface="Times New Roman" panose="02020603050405020304" pitchFamily="18" charset="0"/>
                <a:ea typeface="Times New Roman" pitchFamily="34" charset="-122"/>
                <a:cs typeface="Times New Roman" panose="02020603050405020304" pitchFamily="18" charset="0"/>
              </a:rPr>
              <a:t>The hash function converts a key into a numerical hash value used by the table.</a:t>
            </a:r>
            <a:endParaRPr lang="en-US" sz="2500" dirty="0">
              <a:solidFill>
                <a:schemeClr val="bg1"/>
              </a:solidFill>
              <a:latin typeface="Times New Roman" panose="02020603050405020304" pitchFamily="18" charset="0"/>
              <a:cs typeface="Times New Roman" panose="02020603050405020304" pitchFamily="18" charset="0"/>
            </a:endParaRPr>
          </a:p>
        </p:txBody>
      </p:sp>
      <p:sp>
        <p:nvSpPr>
          <p:cNvPr id="12" name="Shape 10"/>
          <p:cNvSpPr/>
          <p:nvPr/>
        </p:nvSpPr>
        <p:spPr>
          <a:xfrm>
            <a:off x="2005206" y="3895982"/>
            <a:ext cx="704088" cy="0"/>
          </a:xfrm>
          <a:prstGeom prst="line">
            <a:avLst/>
          </a:prstGeom>
          <a:noFill/>
          <a:ln w="27940">
            <a:solidFill>
              <a:srgbClr val="47D7FF"/>
            </a:solidFill>
            <a:prstDash val="solid"/>
            <a:headEnd type="none"/>
            <a:tailEnd type="triangle"/>
          </a:ln>
        </p:spPr>
        <p:txBody>
          <a:bodyPr/>
          <a:lstStyle/>
          <a:p>
            <a:endParaRPr lang="en-US"/>
          </a:p>
        </p:txBody>
      </p:sp>
      <p:sp>
        <p:nvSpPr>
          <p:cNvPr id="13" name="Shape 11"/>
          <p:cNvSpPr/>
          <p:nvPr/>
        </p:nvSpPr>
        <p:spPr>
          <a:xfrm>
            <a:off x="2782207" y="3150629"/>
            <a:ext cx="1965960" cy="1481328"/>
          </a:xfrm>
          <a:prstGeom prst="hexagon">
            <a:avLst/>
          </a:prstGeom>
          <a:solidFill>
            <a:srgbClr val="101A2D"/>
          </a:solidFill>
          <a:ln w="19050">
            <a:solidFill>
              <a:srgbClr val="8B5CF6"/>
            </a:solidFill>
            <a:prstDash val="solid"/>
          </a:ln>
        </p:spPr>
        <p:txBody>
          <a:bodyPr anchor="ctr"/>
          <a:lstStyle/>
          <a:p>
            <a:endParaRPr lang="en-US"/>
          </a:p>
        </p:txBody>
      </p:sp>
      <p:sp>
        <p:nvSpPr>
          <p:cNvPr id="14" name="Text 12"/>
          <p:cNvSpPr/>
          <p:nvPr/>
        </p:nvSpPr>
        <p:spPr>
          <a:xfrm>
            <a:off x="3085630" y="3736299"/>
            <a:ext cx="1325880" cy="274320"/>
          </a:xfrm>
          <a:prstGeom prst="rect">
            <a:avLst/>
          </a:prstGeom>
          <a:noFill/>
          <a:ln/>
        </p:spPr>
        <p:txBody>
          <a:bodyPr wrap="square" lIns="0" tIns="0" rIns="0" bIns="0" rtlCol="0" anchor="ctr"/>
          <a:lstStyle/>
          <a:p>
            <a:pPr marL="0" indent="0" algn="ctr">
              <a:buNone/>
            </a:pPr>
            <a:r>
              <a:rPr lang="en-US" sz="2000" b="1" dirty="0">
                <a:solidFill>
                  <a:srgbClr val="8B5CF6"/>
                </a:solidFill>
                <a:latin typeface="Times New Roman" panose="02020603050405020304" pitchFamily="18" charset="0"/>
                <a:ea typeface="Times New Roman" pitchFamily="34" charset="-122"/>
                <a:cs typeface="Times New Roman" panose="02020603050405020304" pitchFamily="18" charset="0"/>
              </a:rPr>
              <a:t>Hash (key)</a:t>
            </a:r>
            <a:endParaRPr lang="en-US" sz="2000" dirty="0">
              <a:latin typeface="Times New Roman" panose="02020603050405020304" pitchFamily="18" charset="0"/>
              <a:cs typeface="Times New Roman" panose="02020603050405020304" pitchFamily="18" charset="0"/>
            </a:endParaRPr>
          </a:p>
        </p:txBody>
      </p:sp>
      <p:sp>
        <p:nvSpPr>
          <p:cNvPr id="15" name="Shape 13"/>
          <p:cNvSpPr/>
          <p:nvPr/>
        </p:nvSpPr>
        <p:spPr>
          <a:xfrm>
            <a:off x="4748167" y="3873459"/>
            <a:ext cx="640080" cy="0"/>
          </a:xfrm>
          <a:prstGeom prst="line">
            <a:avLst/>
          </a:prstGeom>
          <a:noFill/>
          <a:ln w="27940">
            <a:solidFill>
              <a:srgbClr val="8B5CF6"/>
            </a:solidFill>
            <a:prstDash val="solid"/>
            <a:headEnd type="none"/>
            <a:tailEnd type="triangle"/>
          </a:ln>
        </p:spPr>
        <p:txBody>
          <a:bodyPr/>
          <a:lstStyle/>
          <a:p>
            <a:endParaRPr lang="en-US"/>
          </a:p>
        </p:txBody>
      </p:sp>
      <p:sp>
        <p:nvSpPr>
          <p:cNvPr id="16" name="Shape 14"/>
          <p:cNvSpPr/>
          <p:nvPr/>
        </p:nvSpPr>
        <p:spPr>
          <a:xfrm>
            <a:off x="5452993" y="3272223"/>
            <a:ext cx="1890016" cy="1247518"/>
          </a:xfrm>
          <a:prstGeom prst="roundRect">
            <a:avLst>
              <a:gd name="adj" fmla="val 6316"/>
            </a:avLst>
          </a:prstGeom>
          <a:solidFill>
            <a:srgbClr val="121F38"/>
          </a:solidFill>
          <a:ln w="15240">
            <a:solidFill>
              <a:srgbClr val="B4F564">
                <a:alpha val="90000"/>
              </a:srgbClr>
            </a:solidFill>
            <a:prstDash val="solid"/>
          </a:ln>
        </p:spPr>
        <p:txBody>
          <a:bodyPr/>
          <a:lstStyle/>
          <a:p>
            <a:endParaRPr lang="en-US"/>
          </a:p>
        </p:txBody>
      </p:sp>
      <p:sp>
        <p:nvSpPr>
          <p:cNvPr id="17" name="Text 15"/>
          <p:cNvSpPr/>
          <p:nvPr/>
        </p:nvSpPr>
        <p:spPr>
          <a:xfrm>
            <a:off x="5452993" y="3272223"/>
            <a:ext cx="1890015" cy="1234066"/>
          </a:xfrm>
          <a:prstGeom prst="rect">
            <a:avLst/>
          </a:prstGeom>
          <a:noFill/>
          <a:ln/>
        </p:spPr>
        <p:txBody>
          <a:bodyPr wrap="square" lIns="381" tIns="381" rIns="381" bIns="381" rtlCol="0" anchor="ctr">
            <a:normAutofit/>
          </a:bodyPr>
          <a:lstStyle/>
          <a:p>
            <a:pPr marL="0" indent="0" algn="ctr">
              <a:buNone/>
            </a:pPr>
            <a:r>
              <a:rPr lang="en-US" sz="2000" b="1" dirty="0">
                <a:solidFill>
                  <a:srgbClr val="F8FAFC"/>
                </a:solidFill>
                <a:latin typeface="Times New Roman" panose="02020603050405020304" pitchFamily="18" charset="0"/>
                <a:ea typeface="Times New Roman" pitchFamily="34" charset="-122"/>
                <a:cs typeface="Times New Roman" panose="02020603050405020304" pitchFamily="18" charset="0"/>
              </a:rPr>
              <a:t>Hash value</a:t>
            </a:r>
            <a:endParaRPr lang="en-US" sz="2000" dirty="0">
              <a:latin typeface="Times New Roman" panose="02020603050405020304" pitchFamily="18" charset="0"/>
              <a:cs typeface="Times New Roman" panose="02020603050405020304" pitchFamily="18" charset="0"/>
            </a:endParaRPr>
          </a:p>
          <a:p>
            <a:pPr marL="0" indent="0" algn="ctr">
              <a:buNone/>
            </a:pPr>
            <a:r>
              <a:rPr lang="en-US" sz="2000" b="1" dirty="0">
                <a:solidFill>
                  <a:srgbClr val="F8FAFC"/>
                </a:solidFill>
                <a:latin typeface="Times New Roman" panose="02020603050405020304" pitchFamily="18" charset="0"/>
                <a:ea typeface="Times New Roman" pitchFamily="34" charset="-122"/>
                <a:cs typeface="Times New Roman" panose="02020603050405020304" pitchFamily="18" charset="0"/>
              </a:rPr>
              <a:t>43872</a:t>
            </a:r>
            <a:endParaRPr lang="en-US" sz="2000" dirty="0">
              <a:latin typeface="Times New Roman" panose="02020603050405020304" pitchFamily="18" charset="0"/>
              <a:cs typeface="Times New Roman" panose="02020603050405020304" pitchFamily="18" charset="0"/>
            </a:endParaRPr>
          </a:p>
        </p:txBody>
      </p:sp>
      <p:sp>
        <p:nvSpPr>
          <p:cNvPr id="18" name="Shape 16"/>
          <p:cNvSpPr/>
          <p:nvPr/>
        </p:nvSpPr>
        <p:spPr>
          <a:xfrm>
            <a:off x="7343009" y="3895982"/>
            <a:ext cx="676656" cy="0"/>
          </a:xfrm>
          <a:prstGeom prst="line">
            <a:avLst/>
          </a:prstGeom>
          <a:noFill/>
          <a:ln w="27940">
            <a:solidFill>
              <a:srgbClr val="B4F564"/>
            </a:solidFill>
            <a:prstDash val="solid"/>
            <a:headEnd type="none"/>
            <a:tailEnd type="triangle"/>
          </a:ln>
        </p:spPr>
        <p:txBody>
          <a:bodyPr/>
          <a:lstStyle/>
          <a:p>
            <a:endParaRPr lang="en-US"/>
          </a:p>
        </p:txBody>
      </p:sp>
      <p:sp>
        <p:nvSpPr>
          <p:cNvPr id="31" name="Shape 29"/>
          <p:cNvSpPr/>
          <p:nvPr/>
        </p:nvSpPr>
        <p:spPr>
          <a:xfrm>
            <a:off x="457515" y="5471425"/>
            <a:ext cx="6885493" cy="791231"/>
          </a:xfrm>
          <a:prstGeom prst="roundRect">
            <a:avLst>
              <a:gd name="adj" fmla="val 11111"/>
            </a:avLst>
          </a:prstGeom>
          <a:solidFill>
            <a:srgbClr val="101A2D">
              <a:alpha val="96000"/>
            </a:srgbClr>
          </a:solidFill>
          <a:ln w="15240">
            <a:solidFill>
              <a:srgbClr val="47D7FF">
                <a:alpha val="96000"/>
              </a:srgbClr>
            </a:solidFill>
            <a:prstDash val="solid"/>
          </a:ln>
        </p:spPr>
        <p:txBody>
          <a:bodyPr/>
          <a:lstStyle/>
          <a:p>
            <a:endParaRPr lang="en-US"/>
          </a:p>
        </p:txBody>
      </p:sp>
      <p:sp>
        <p:nvSpPr>
          <p:cNvPr id="32" name="Text 30"/>
          <p:cNvSpPr/>
          <p:nvPr/>
        </p:nvSpPr>
        <p:spPr>
          <a:xfrm>
            <a:off x="466928" y="5448902"/>
            <a:ext cx="6876080" cy="800302"/>
          </a:xfrm>
          <a:prstGeom prst="rect">
            <a:avLst/>
          </a:prstGeom>
          <a:noFill/>
          <a:ln/>
        </p:spPr>
        <p:txBody>
          <a:bodyPr wrap="square" lIns="0" tIns="0" rIns="0" bIns="0" rtlCol="0" anchor="ctr"/>
          <a:lstStyle/>
          <a:p>
            <a:pPr marL="0" indent="0" algn="ctr">
              <a:buNone/>
            </a:pPr>
            <a:r>
              <a:rPr lang="en-US" sz="2500" b="1" dirty="0">
                <a:solidFill>
                  <a:srgbClr val="47D7FF"/>
                </a:solidFill>
                <a:latin typeface="Times New Roman" panose="02020603050405020304" pitchFamily="18" charset="0"/>
                <a:ea typeface="Times New Roman" pitchFamily="34" charset="-122"/>
                <a:cs typeface="Times New Roman" panose="02020603050405020304" pitchFamily="18" charset="0"/>
              </a:rPr>
              <a:t>Used for insert, retrieve, and delete</a:t>
            </a:r>
            <a:endParaRPr lang="en-US" sz="2500" dirty="0">
              <a:latin typeface="Times New Roman" panose="02020603050405020304" pitchFamily="18" charset="0"/>
              <a:cs typeface="Times New Roman" panose="02020603050405020304" pitchFamily="18" charset="0"/>
            </a:endParaRPr>
          </a:p>
        </p:txBody>
      </p:sp>
      <p:sp>
        <p:nvSpPr>
          <p:cNvPr id="35" name="Shape 0">
            <a:extLst>
              <a:ext uri="{FF2B5EF4-FFF2-40B4-BE49-F238E27FC236}">
                <a16:creationId xmlns:a16="http://schemas.microsoft.com/office/drawing/2014/main" id="{C86D0E87-BF8D-F23F-7E52-95DE358BEFDD}"/>
              </a:ext>
            </a:extLst>
          </p:cNvPr>
          <p:cNvSpPr/>
          <p:nvPr/>
        </p:nvSpPr>
        <p:spPr>
          <a:xfrm>
            <a:off x="12049651" y="-22568"/>
            <a:ext cx="137160" cy="6880568"/>
          </a:xfrm>
          <a:prstGeom prst="rect">
            <a:avLst/>
          </a:prstGeom>
          <a:solidFill>
            <a:srgbClr val="47D7FF"/>
          </a:solidFill>
          <a:ln w="12700">
            <a:solidFill>
              <a:srgbClr val="47D7FF">
                <a:alpha val="0"/>
              </a:srgbClr>
            </a:solidFill>
            <a:prstDash val="solid"/>
          </a:ln>
        </p:spPr>
        <p:txBody>
          <a:bodyPr/>
          <a:lstStyle/>
          <a:p>
            <a:endParaRPr lang="en-US"/>
          </a:p>
        </p:txBody>
      </p:sp>
      <p:sp>
        <p:nvSpPr>
          <p:cNvPr id="36" name="Shape 8">
            <a:extLst>
              <a:ext uri="{FF2B5EF4-FFF2-40B4-BE49-F238E27FC236}">
                <a16:creationId xmlns:a16="http://schemas.microsoft.com/office/drawing/2014/main" id="{D5647301-D390-82A3-5E3B-47BCE28E42FC}"/>
              </a:ext>
            </a:extLst>
          </p:cNvPr>
          <p:cNvSpPr/>
          <p:nvPr/>
        </p:nvSpPr>
        <p:spPr>
          <a:xfrm>
            <a:off x="476341" y="3272223"/>
            <a:ext cx="1528865" cy="1247518"/>
          </a:xfrm>
          <a:prstGeom prst="roundRect">
            <a:avLst>
              <a:gd name="adj" fmla="val 6316"/>
            </a:avLst>
          </a:prstGeom>
          <a:solidFill>
            <a:srgbClr val="121F38"/>
          </a:solidFill>
          <a:ln w="15240">
            <a:solidFill>
              <a:srgbClr val="47D7FF">
                <a:alpha val="90000"/>
              </a:srgbClr>
            </a:solidFill>
            <a:prstDash val="solid"/>
          </a:ln>
        </p:spPr>
        <p:txBody>
          <a:bodyPr anchor="ctr"/>
          <a:lstStyle/>
          <a:p>
            <a:pPr algn="ctr"/>
            <a:r>
              <a:rPr lang="en-US" sz="2000" b="1" dirty="0">
                <a:solidFill>
                  <a:srgbClr val="F8FAFC"/>
                </a:solidFill>
                <a:latin typeface="Times New Roman" panose="02020603050405020304" pitchFamily="18" charset="0"/>
                <a:ea typeface="Times New Roman" pitchFamily="34" charset="-122"/>
                <a:cs typeface="Times New Roman" panose="02020603050405020304" pitchFamily="18" charset="0"/>
              </a:rPr>
              <a:t>Key</a:t>
            </a:r>
            <a:endParaRPr lang="en-US" sz="2000" dirty="0">
              <a:latin typeface="Times New Roman" panose="02020603050405020304" pitchFamily="18" charset="0"/>
              <a:cs typeface="Times New Roman" panose="02020603050405020304" pitchFamily="18" charset="0"/>
            </a:endParaRPr>
          </a:p>
        </p:txBody>
      </p:sp>
      <p:sp>
        <p:nvSpPr>
          <p:cNvPr id="37" name="Shape 17">
            <a:extLst>
              <a:ext uri="{FF2B5EF4-FFF2-40B4-BE49-F238E27FC236}">
                <a16:creationId xmlns:a16="http://schemas.microsoft.com/office/drawing/2014/main" id="{F3167B45-589A-F019-8202-71F4FC56A06C}"/>
              </a:ext>
            </a:extLst>
          </p:cNvPr>
          <p:cNvSpPr/>
          <p:nvPr/>
        </p:nvSpPr>
        <p:spPr>
          <a:xfrm>
            <a:off x="8068418" y="3315988"/>
            <a:ext cx="658079" cy="1234066"/>
          </a:xfrm>
          <a:prstGeom prst="rect">
            <a:avLst/>
          </a:prstGeom>
          <a:solidFill>
            <a:srgbClr val="121F38">
              <a:alpha val="88000"/>
            </a:srgbClr>
          </a:solidFill>
          <a:ln w="8890">
            <a:solidFill>
              <a:srgbClr val="6B7895">
                <a:alpha val="55000"/>
              </a:srgbClr>
            </a:solidFill>
            <a:prstDash val="solid"/>
          </a:ln>
        </p:spPr>
        <p:txBody>
          <a:bodyPr/>
          <a:lstStyle/>
          <a:p>
            <a:endParaRPr lang="en-US"/>
          </a:p>
        </p:txBody>
      </p:sp>
      <p:sp>
        <p:nvSpPr>
          <p:cNvPr id="38" name="Shape 17">
            <a:extLst>
              <a:ext uri="{FF2B5EF4-FFF2-40B4-BE49-F238E27FC236}">
                <a16:creationId xmlns:a16="http://schemas.microsoft.com/office/drawing/2014/main" id="{CBBCFAA4-1A9F-9B60-4AAD-5D7AFA527BD6}"/>
              </a:ext>
            </a:extLst>
          </p:cNvPr>
          <p:cNvSpPr/>
          <p:nvPr/>
        </p:nvSpPr>
        <p:spPr>
          <a:xfrm>
            <a:off x="8814980" y="3315988"/>
            <a:ext cx="658079" cy="1234066"/>
          </a:xfrm>
          <a:prstGeom prst="rect">
            <a:avLst/>
          </a:prstGeom>
          <a:solidFill>
            <a:srgbClr val="121F38">
              <a:alpha val="88000"/>
            </a:srgbClr>
          </a:solidFill>
          <a:ln w="8890">
            <a:solidFill>
              <a:srgbClr val="6B7895">
                <a:alpha val="55000"/>
              </a:srgbClr>
            </a:solidFill>
            <a:prstDash val="solid"/>
          </a:ln>
        </p:spPr>
        <p:txBody>
          <a:bodyPr/>
          <a:lstStyle/>
          <a:p>
            <a:endParaRPr lang="en-US"/>
          </a:p>
        </p:txBody>
      </p:sp>
      <p:sp>
        <p:nvSpPr>
          <p:cNvPr id="39" name="Shape 17">
            <a:extLst>
              <a:ext uri="{FF2B5EF4-FFF2-40B4-BE49-F238E27FC236}">
                <a16:creationId xmlns:a16="http://schemas.microsoft.com/office/drawing/2014/main" id="{B72D3634-01E3-8E5B-4AB2-B4A4D1535108}"/>
              </a:ext>
            </a:extLst>
          </p:cNvPr>
          <p:cNvSpPr/>
          <p:nvPr/>
        </p:nvSpPr>
        <p:spPr>
          <a:xfrm>
            <a:off x="9561542" y="3315988"/>
            <a:ext cx="658079" cy="1234066"/>
          </a:xfrm>
          <a:prstGeom prst="rect">
            <a:avLst/>
          </a:prstGeom>
          <a:solidFill>
            <a:srgbClr val="121F38">
              <a:alpha val="88000"/>
            </a:srgbClr>
          </a:solidFill>
          <a:ln w="8890">
            <a:solidFill>
              <a:srgbClr val="6B7895">
                <a:alpha val="55000"/>
              </a:srgbClr>
            </a:solidFill>
            <a:prstDash val="solid"/>
          </a:ln>
        </p:spPr>
        <p:txBody>
          <a:bodyPr/>
          <a:lstStyle/>
          <a:p>
            <a:endParaRPr lang="en-US"/>
          </a:p>
        </p:txBody>
      </p:sp>
      <p:sp>
        <p:nvSpPr>
          <p:cNvPr id="40" name="Shape 21">
            <a:extLst>
              <a:ext uri="{FF2B5EF4-FFF2-40B4-BE49-F238E27FC236}">
                <a16:creationId xmlns:a16="http://schemas.microsoft.com/office/drawing/2014/main" id="{A5A0B30F-D44E-F3B7-A009-21AF18C7EDBD}"/>
              </a:ext>
            </a:extLst>
          </p:cNvPr>
          <p:cNvSpPr/>
          <p:nvPr/>
        </p:nvSpPr>
        <p:spPr>
          <a:xfrm>
            <a:off x="10317832" y="3329850"/>
            <a:ext cx="658079" cy="1220204"/>
          </a:xfrm>
          <a:prstGeom prst="rect">
            <a:avLst/>
          </a:prstGeom>
          <a:solidFill>
            <a:srgbClr val="1DA7D6">
              <a:alpha val="95000"/>
            </a:srgbClr>
          </a:solidFill>
          <a:ln w="20320">
            <a:solidFill>
              <a:srgbClr val="47D7FF"/>
            </a:solidFill>
            <a:prstDash val="solid"/>
          </a:ln>
        </p:spPr>
        <p:txBody>
          <a:bodyPr/>
          <a:lstStyle/>
          <a:p>
            <a:endParaRPr lang="en-US"/>
          </a:p>
        </p:txBody>
      </p:sp>
      <p:sp>
        <p:nvSpPr>
          <p:cNvPr id="41" name="Shape 17">
            <a:extLst>
              <a:ext uri="{FF2B5EF4-FFF2-40B4-BE49-F238E27FC236}">
                <a16:creationId xmlns:a16="http://schemas.microsoft.com/office/drawing/2014/main" id="{C49662B4-E2FE-F36A-63B7-ACAB215B72AD}"/>
              </a:ext>
            </a:extLst>
          </p:cNvPr>
          <p:cNvSpPr/>
          <p:nvPr/>
        </p:nvSpPr>
        <p:spPr>
          <a:xfrm>
            <a:off x="11055367" y="3318275"/>
            <a:ext cx="658079" cy="1234066"/>
          </a:xfrm>
          <a:prstGeom prst="rect">
            <a:avLst/>
          </a:prstGeom>
          <a:solidFill>
            <a:srgbClr val="121F38">
              <a:alpha val="88000"/>
            </a:srgbClr>
          </a:solidFill>
          <a:ln w="8890">
            <a:solidFill>
              <a:srgbClr val="6B7895">
                <a:alpha val="55000"/>
              </a:srgbClr>
            </a:solidFill>
            <a:prstDash val="solid"/>
          </a:ln>
        </p:spPr>
        <p:txBody>
          <a:bodyPr/>
          <a:lstStyle/>
          <a:p>
            <a:endParaRPr lang="en-US"/>
          </a:p>
        </p:txBody>
      </p:sp>
      <p:sp>
        <p:nvSpPr>
          <p:cNvPr id="42" name="Text 18">
            <a:extLst>
              <a:ext uri="{FF2B5EF4-FFF2-40B4-BE49-F238E27FC236}">
                <a16:creationId xmlns:a16="http://schemas.microsoft.com/office/drawing/2014/main" id="{215BAF84-BD7F-07F2-7319-3A9A97829EA8}"/>
              </a:ext>
            </a:extLst>
          </p:cNvPr>
          <p:cNvSpPr/>
          <p:nvPr/>
        </p:nvSpPr>
        <p:spPr>
          <a:xfrm>
            <a:off x="8078145" y="3329850"/>
            <a:ext cx="637308" cy="1222491"/>
          </a:xfrm>
          <a:prstGeom prst="rect">
            <a:avLst/>
          </a:prstGeom>
          <a:noFill/>
          <a:ln/>
        </p:spPr>
        <p:txBody>
          <a:bodyPr wrap="square" lIns="0" tIns="0" rIns="0" bIns="0" rtlCol="0" anchor="ctr"/>
          <a:lstStyle/>
          <a:p>
            <a:pPr marL="0" indent="0" algn="ctr">
              <a:buNone/>
            </a:pPr>
            <a:r>
              <a:rPr lang="en-US" sz="2500" dirty="0">
                <a:latin typeface="Times New Roman" panose="02020603050405020304" pitchFamily="18" charset="0"/>
                <a:ea typeface="Times New Roman" pitchFamily="34" charset="-122"/>
                <a:cs typeface="Times New Roman" panose="02020603050405020304" pitchFamily="18" charset="0"/>
              </a:rPr>
              <a:t>0</a:t>
            </a:r>
            <a:endParaRPr lang="en-US" sz="2500" dirty="0">
              <a:latin typeface="Times New Roman" panose="02020603050405020304" pitchFamily="18" charset="0"/>
              <a:cs typeface="Times New Roman" panose="02020603050405020304" pitchFamily="18" charset="0"/>
            </a:endParaRPr>
          </a:p>
        </p:txBody>
      </p:sp>
      <p:sp>
        <p:nvSpPr>
          <p:cNvPr id="43" name="Text 18">
            <a:extLst>
              <a:ext uri="{FF2B5EF4-FFF2-40B4-BE49-F238E27FC236}">
                <a16:creationId xmlns:a16="http://schemas.microsoft.com/office/drawing/2014/main" id="{67816062-3ADF-52E2-68CB-A3167B067F3A}"/>
              </a:ext>
            </a:extLst>
          </p:cNvPr>
          <p:cNvSpPr/>
          <p:nvPr/>
        </p:nvSpPr>
        <p:spPr>
          <a:xfrm>
            <a:off x="8804637" y="3329851"/>
            <a:ext cx="668422" cy="1222490"/>
          </a:xfrm>
          <a:prstGeom prst="rect">
            <a:avLst/>
          </a:prstGeom>
          <a:noFill/>
          <a:ln/>
        </p:spPr>
        <p:txBody>
          <a:bodyPr wrap="square" lIns="0" tIns="0" rIns="0" bIns="0" rtlCol="0" anchor="ctr"/>
          <a:lstStyle/>
          <a:p>
            <a:pPr marL="0" indent="0" algn="ctr">
              <a:buNone/>
            </a:pPr>
            <a:r>
              <a:rPr lang="en-US" sz="2500" dirty="0">
                <a:latin typeface="Times New Roman" panose="02020603050405020304" pitchFamily="18" charset="0"/>
                <a:cs typeface="Times New Roman" panose="02020603050405020304" pitchFamily="18" charset="0"/>
              </a:rPr>
              <a:t>1</a:t>
            </a:r>
          </a:p>
        </p:txBody>
      </p:sp>
      <p:sp>
        <p:nvSpPr>
          <p:cNvPr id="44" name="Text 18">
            <a:extLst>
              <a:ext uri="{FF2B5EF4-FFF2-40B4-BE49-F238E27FC236}">
                <a16:creationId xmlns:a16="http://schemas.microsoft.com/office/drawing/2014/main" id="{FF3D5E3B-8659-6313-D44A-56DA2B0C5054}"/>
              </a:ext>
            </a:extLst>
          </p:cNvPr>
          <p:cNvSpPr/>
          <p:nvPr/>
        </p:nvSpPr>
        <p:spPr>
          <a:xfrm>
            <a:off x="9541471" y="3329851"/>
            <a:ext cx="668422" cy="1222489"/>
          </a:xfrm>
          <a:prstGeom prst="rect">
            <a:avLst/>
          </a:prstGeom>
          <a:noFill/>
          <a:ln/>
        </p:spPr>
        <p:txBody>
          <a:bodyPr wrap="square" lIns="0" tIns="0" rIns="0" bIns="0" rtlCol="0" anchor="ctr"/>
          <a:lstStyle/>
          <a:p>
            <a:pPr marL="0" indent="0" algn="ctr">
              <a:buNone/>
            </a:pPr>
            <a:r>
              <a:rPr lang="en-US" sz="2500" dirty="0">
                <a:latin typeface="Times New Roman" panose="02020603050405020304" pitchFamily="18" charset="0"/>
                <a:cs typeface="Times New Roman" panose="02020603050405020304" pitchFamily="18" charset="0"/>
              </a:rPr>
              <a:t>2</a:t>
            </a:r>
          </a:p>
        </p:txBody>
      </p:sp>
      <p:sp>
        <p:nvSpPr>
          <p:cNvPr id="45" name="Text 18">
            <a:extLst>
              <a:ext uri="{FF2B5EF4-FFF2-40B4-BE49-F238E27FC236}">
                <a16:creationId xmlns:a16="http://schemas.microsoft.com/office/drawing/2014/main" id="{DF0E8508-8ECD-DE64-8DC8-DBBC885F544D}"/>
              </a:ext>
            </a:extLst>
          </p:cNvPr>
          <p:cNvSpPr/>
          <p:nvPr/>
        </p:nvSpPr>
        <p:spPr>
          <a:xfrm>
            <a:off x="10297761" y="3329851"/>
            <a:ext cx="668422" cy="1222490"/>
          </a:xfrm>
          <a:prstGeom prst="rect">
            <a:avLst/>
          </a:prstGeom>
          <a:noFill/>
          <a:ln/>
        </p:spPr>
        <p:txBody>
          <a:bodyPr wrap="square" lIns="0" tIns="0" rIns="0" bIns="0" rtlCol="0" anchor="ctr"/>
          <a:lstStyle/>
          <a:p>
            <a:pPr marL="0" indent="0" algn="ctr">
              <a:buNone/>
            </a:pPr>
            <a:r>
              <a:rPr lang="en-US" sz="2500" dirty="0">
                <a:latin typeface="Times New Roman" panose="02020603050405020304" pitchFamily="18" charset="0"/>
                <a:cs typeface="Times New Roman" panose="02020603050405020304" pitchFamily="18" charset="0"/>
              </a:rPr>
              <a:t>3</a:t>
            </a:r>
          </a:p>
        </p:txBody>
      </p:sp>
      <p:sp>
        <p:nvSpPr>
          <p:cNvPr id="46" name="Text 18">
            <a:extLst>
              <a:ext uri="{FF2B5EF4-FFF2-40B4-BE49-F238E27FC236}">
                <a16:creationId xmlns:a16="http://schemas.microsoft.com/office/drawing/2014/main" id="{FEDDEC82-177A-26C4-D383-3CC57E409CB9}"/>
              </a:ext>
            </a:extLst>
          </p:cNvPr>
          <p:cNvSpPr/>
          <p:nvPr/>
        </p:nvSpPr>
        <p:spPr>
          <a:xfrm>
            <a:off x="11025482" y="3318275"/>
            <a:ext cx="668507" cy="1234066"/>
          </a:xfrm>
          <a:prstGeom prst="rect">
            <a:avLst/>
          </a:prstGeom>
          <a:noFill/>
          <a:ln/>
        </p:spPr>
        <p:txBody>
          <a:bodyPr wrap="square" lIns="0" tIns="0" rIns="0" bIns="0" rtlCol="0" anchor="ctr"/>
          <a:lstStyle/>
          <a:p>
            <a:pPr marL="0" indent="0" algn="ctr">
              <a:buNone/>
            </a:pPr>
            <a:r>
              <a:rPr lang="en-US" sz="2500" dirty="0">
                <a:latin typeface="Times New Roman" panose="02020603050405020304" pitchFamily="18" charset="0"/>
                <a:cs typeface="Times New Roman" panose="02020603050405020304" pitchFamily="18" charset="0"/>
              </a:rPr>
              <a:t>4</a:t>
            </a:r>
          </a:p>
        </p:txBody>
      </p:sp>
      <p:sp>
        <p:nvSpPr>
          <p:cNvPr id="47" name="Shape 0">
            <a:extLst>
              <a:ext uri="{FF2B5EF4-FFF2-40B4-BE49-F238E27FC236}">
                <a16:creationId xmlns:a16="http://schemas.microsoft.com/office/drawing/2014/main" id="{7525EFFA-0282-D89E-FA11-9A51D5EA0059}"/>
              </a:ext>
            </a:extLst>
          </p:cNvPr>
          <p:cNvSpPr/>
          <p:nvPr/>
        </p:nvSpPr>
        <p:spPr>
          <a:xfrm>
            <a:off x="-16147" y="-22568"/>
            <a:ext cx="109728" cy="6880568"/>
          </a:xfrm>
          <a:prstGeom prst="rect">
            <a:avLst/>
          </a:prstGeom>
          <a:solidFill>
            <a:srgbClr val="47D7FF"/>
          </a:solidFill>
          <a:ln w="12700">
            <a:solidFill>
              <a:srgbClr val="47D7FF">
                <a:alpha val="0"/>
              </a:srgbClr>
            </a:solidFill>
            <a:prstDash val="solid"/>
          </a:ln>
        </p:spPr>
        <p:txBody>
          <a:bodyPr/>
          <a:lstStyle/>
          <a:p>
            <a:endParaRPr lang="en-US"/>
          </a:p>
        </p:txBody>
      </p:sp>
      <p:sp>
        <p:nvSpPr>
          <p:cNvPr id="3" name="Footer Placeholder 6">
            <a:extLst>
              <a:ext uri="{FF2B5EF4-FFF2-40B4-BE49-F238E27FC236}">
                <a16:creationId xmlns:a16="http://schemas.microsoft.com/office/drawing/2014/main" id="{479751D9-B138-A669-4D85-690771CEA770}"/>
              </a:ext>
            </a:extLst>
          </p:cNvPr>
          <p:cNvSpPr txBox="1">
            <a:spLocks/>
          </p:cNvSpPr>
          <p:nvPr/>
        </p:nvSpPr>
        <p:spPr>
          <a:xfrm>
            <a:off x="93582" y="6464808"/>
            <a:ext cx="11956069" cy="393192"/>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000" dirty="0">
                <a:solidFill>
                  <a:schemeClr val="bg1"/>
                </a:solidFill>
                <a:latin typeface="Times New Roman" panose="02020603050405020304" pitchFamily="18" charset="0"/>
                <a:cs typeface="Times New Roman" panose="02020603050405020304" pitchFamily="18" charset="0"/>
              </a:rPr>
              <a:t>Julien &amp; Jacobs                                           Data Structures 2: Final Presentation                                                    5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500" fill="hold"/>
                                        <p:tgtEl>
                                          <p:spTgt spid="9"/>
                                        </p:tgtEl>
                                        <p:attrNameLst>
                                          <p:attrName>ppt_x</p:attrName>
                                        </p:attrNameLst>
                                      </p:cBhvr>
                                      <p:tavLst>
                                        <p:tav tm="0">
                                          <p:val>
                                            <p:strVal val="0-#ppt_w/2"/>
                                          </p:val>
                                        </p:tav>
                                        <p:tav tm="100000">
                                          <p:val>
                                            <p:strVal val="#ppt_x"/>
                                          </p:val>
                                        </p:tav>
                                      </p:tavLst>
                                    </p:anim>
                                    <p:anim calcmode="lin" valueType="num">
                                      <p:cBhvr additive="base">
                                        <p:cTn id="8" dur="1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chemeClr val="tx1"/>
        </a:solidFill>
        <a:effectLst/>
      </p:bgPr>
    </p:bg>
    <p:spTree>
      <p:nvGrpSpPr>
        <p:cNvPr id="1" name=""/>
        <p:cNvGrpSpPr/>
        <p:nvPr/>
      </p:nvGrpSpPr>
      <p:grpSpPr>
        <a:xfrm>
          <a:off x="0" y="0"/>
          <a:ext cx="0" cy="0"/>
          <a:chOff x="0" y="0"/>
          <a:chExt cx="0" cy="0"/>
        </a:xfrm>
      </p:grpSpPr>
      <p:sp>
        <p:nvSpPr>
          <p:cNvPr id="6" name="Text 4"/>
          <p:cNvSpPr/>
          <p:nvPr/>
        </p:nvSpPr>
        <p:spPr>
          <a:xfrm>
            <a:off x="566928" y="393192"/>
            <a:ext cx="3108960" cy="256032"/>
          </a:xfrm>
          <a:prstGeom prst="rect">
            <a:avLst/>
          </a:prstGeom>
          <a:noFill/>
          <a:ln/>
        </p:spPr>
        <p:txBody>
          <a:bodyPr wrap="square" lIns="0" tIns="0" rIns="0" bIns="0" rtlCol="0" anchor="ctr"/>
          <a:lstStyle/>
          <a:p>
            <a:pPr marL="0" indent="0">
              <a:buNone/>
            </a:pPr>
            <a:r>
              <a:rPr lang="en-US" sz="1500" b="1" dirty="0">
                <a:solidFill>
                  <a:srgbClr val="47D7FF"/>
                </a:solidFill>
                <a:latin typeface="Times New Roman" panose="02020603050405020304" pitchFamily="18" charset="0"/>
                <a:ea typeface="Times New Roman" pitchFamily="34" charset="-122"/>
                <a:cs typeface="Times New Roman" panose="02020603050405020304" pitchFamily="18" charset="0"/>
              </a:rPr>
              <a:t>QUALITY CRITERIA</a:t>
            </a:r>
            <a:endParaRPr lang="en-US" sz="1500" dirty="0">
              <a:latin typeface="Times New Roman" panose="02020603050405020304" pitchFamily="18" charset="0"/>
              <a:cs typeface="Times New Roman" panose="02020603050405020304" pitchFamily="18" charset="0"/>
            </a:endParaRPr>
          </a:p>
        </p:txBody>
      </p:sp>
      <p:sp>
        <p:nvSpPr>
          <p:cNvPr id="7" name="Text 5"/>
          <p:cNvSpPr/>
          <p:nvPr/>
        </p:nvSpPr>
        <p:spPr>
          <a:xfrm>
            <a:off x="566928" y="658368"/>
            <a:ext cx="9875520" cy="493776"/>
          </a:xfrm>
          <a:prstGeom prst="rect">
            <a:avLst/>
          </a:prstGeom>
          <a:noFill/>
          <a:ln/>
        </p:spPr>
        <p:txBody>
          <a:bodyPr wrap="square" lIns="0" tIns="0" rIns="0" bIns="0" rtlCol="0" anchor="ctr">
            <a:normAutofit/>
          </a:bodyPr>
          <a:lstStyle/>
          <a:p>
            <a:pPr marL="0" indent="0">
              <a:buNone/>
            </a:pPr>
            <a:r>
              <a:rPr lang="en-US" sz="3000" b="1" dirty="0">
                <a:solidFill>
                  <a:schemeClr val="bg1"/>
                </a:solidFill>
                <a:latin typeface="Times New Roman" panose="02020603050405020304" pitchFamily="18" charset="0"/>
                <a:ea typeface="Times New Roman" pitchFamily="34" charset="-122"/>
                <a:cs typeface="Times New Roman" panose="02020603050405020304" pitchFamily="18" charset="0"/>
              </a:rPr>
              <a:t>Hash Function Properties</a:t>
            </a:r>
            <a:endParaRPr lang="en-US" sz="3000" dirty="0">
              <a:solidFill>
                <a:schemeClr val="bg1"/>
              </a:solidFill>
              <a:latin typeface="Times New Roman" panose="02020603050405020304" pitchFamily="18" charset="0"/>
              <a:cs typeface="Times New Roman" panose="02020603050405020304" pitchFamily="18" charset="0"/>
            </a:endParaRPr>
          </a:p>
        </p:txBody>
      </p:sp>
      <p:sp>
        <p:nvSpPr>
          <p:cNvPr id="8" name="Shape 6"/>
          <p:cNvSpPr/>
          <p:nvPr/>
        </p:nvSpPr>
        <p:spPr>
          <a:xfrm>
            <a:off x="566928" y="1261872"/>
            <a:ext cx="1051560" cy="0"/>
          </a:xfrm>
          <a:prstGeom prst="line">
            <a:avLst/>
          </a:prstGeom>
          <a:noFill/>
          <a:ln w="25400">
            <a:solidFill>
              <a:srgbClr val="47D7FF"/>
            </a:solidFill>
            <a:prstDash val="solid"/>
            <a:headEnd type="none"/>
            <a:tailEnd type="none"/>
          </a:ln>
        </p:spPr>
        <p:txBody>
          <a:bodyPr/>
          <a:lstStyle/>
          <a:p>
            <a:endParaRPr lang="en-US"/>
          </a:p>
        </p:txBody>
      </p:sp>
      <p:sp>
        <p:nvSpPr>
          <p:cNvPr id="9" name="Text 7"/>
          <p:cNvSpPr/>
          <p:nvPr/>
        </p:nvSpPr>
        <p:spPr>
          <a:xfrm>
            <a:off x="566927" y="1444751"/>
            <a:ext cx="6631542" cy="804671"/>
          </a:xfrm>
          <a:prstGeom prst="rect">
            <a:avLst/>
          </a:prstGeom>
          <a:noFill/>
          <a:ln/>
        </p:spPr>
        <p:txBody>
          <a:bodyPr wrap="square" lIns="254" tIns="254" rIns="254" bIns="254" rtlCol="0" anchor="ctr">
            <a:noAutofit/>
          </a:bodyPr>
          <a:lstStyle/>
          <a:p>
            <a:pPr marL="0" indent="0">
              <a:buNone/>
            </a:pPr>
            <a:r>
              <a:rPr lang="en-US" sz="2500" dirty="0">
                <a:solidFill>
                  <a:schemeClr val="bg1"/>
                </a:solidFill>
                <a:latin typeface="Times New Roman" panose="02020603050405020304" pitchFamily="18" charset="0"/>
                <a:ea typeface="Times New Roman" pitchFamily="34" charset="-122"/>
                <a:cs typeface="Times New Roman" panose="02020603050405020304" pitchFamily="18" charset="0"/>
              </a:rPr>
              <a:t>A strong hash function keeps the table predictable, fast, and evenly distributed.</a:t>
            </a:r>
            <a:endParaRPr lang="en-US" sz="2500" dirty="0">
              <a:solidFill>
                <a:schemeClr val="bg1"/>
              </a:solidFill>
              <a:latin typeface="Times New Roman" panose="02020603050405020304" pitchFamily="18" charset="0"/>
              <a:cs typeface="Times New Roman" panose="02020603050405020304" pitchFamily="18" charset="0"/>
            </a:endParaRPr>
          </a:p>
        </p:txBody>
      </p:sp>
      <p:sp>
        <p:nvSpPr>
          <p:cNvPr id="10" name="Shape 8"/>
          <p:cNvSpPr/>
          <p:nvPr/>
        </p:nvSpPr>
        <p:spPr>
          <a:xfrm>
            <a:off x="4775063" y="2458807"/>
            <a:ext cx="2636683" cy="2098551"/>
          </a:xfrm>
          <a:prstGeom prst="hexagon">
            <a:avLst/>
          </a:prstGeom>
          <a:solidFill>
            <a:srgbClr val="101A2D"/>
          </a:solidFill>
          <a:ln w="22860">
            <a:solidFill>
              <a:srgbClr val="47D7FF"/>
            </a:solidFill>
            <a:prstDash val="solid"/>
          </a:ln>
        </p:spPr>
        <p:txBody>
          <a:bodyPr/>
          <a:lstStyle/>
          <a:p>
            <a:endParaRPr lang="en-US"/>
          </a:p>
        </p:txBody>
      </p:sp>
      <p:sp>
        <p:nvSpPr>
          <p:cNvPr id="11" name="Text 9"/>
          <p:cNvSpPr/>
          <p:nvPr/>
        </p:nvSpPr>
        <p:spPr>
          <a:xfrm>
            <a:off x="5212078" y="2866587"/>
            <a:ext cx="1762651" cy="1121008"/>
          </a:xfrm>
          <a:prstGeom prst="rect">
            <a:avLst/>
          </a:prstGeom>
          <a:noFill/>
          <a:ln/>
        </p:spPr>
        <p:txBody>
          <a:bodyPr wrap="square" lIns="0" tIns="0" rIns="0" bIns="0" rtlCol="0" anchor="ctr"/>
          <a:lstStyle/>
          <a:p>
            <a:pPr marL="0" indent="0" algn="ctr">
              <a:buNone/>
            </a:pPr>
            <a:r>
              <a:rPr lang="en-US" sz="2500" b="1" dirty="0">
                <a:solidFill>
                  <a:srgbClr val="F8FAFC"/>
                </a:solidFill>
                <a:latin typeface="Times New Roman" panose="02020603050405020304" pitchFamily="18" charset="0"/>
                <a:cs typeface="Times New Roman" panose="02020603050405020304" pitchFamily="18" charset="0"/>
              </a:rPr>
              <a:t>GOOD</a:t>
            </a:r>
            <a:endParaRPr lang="en-US" sz="2500" dirty="0">
              <a:latin typeface="Times New Roman" panose="02020603050405020304" pitchFamily="18" charset="0"/>
              <a:cs typeface="Times New Roman" panose="02020603050405020304" pitchFamily="18" charset="0"/>
            </a:endParaRPr>
          </a:p>
          <a:p>
            <a:pPr marL="0" indent="0" algn="ctr">
              <a:buNone/>
            </a:pPr>
            <a:r>
              <a:rPr lang="en-US" sz="2500" b="1" dirty="0">
                <a:solidFill>
                  <a:srgbClr val="F8FAFC"/>
                </a:solidFill>
                <a:latin typeface="Times New Roman" panose="02020603050405020304" pitchFamily="18" charset="0"/>
                <a:cs typeface="Times New Roman" panose="02020603050405020304" pitchFamily="18" charset="0"/>
              </a:rPr>
              <a:t>HASH</a:t>
            </a:r>
            <a:endParaRPr lang="en-US" sz="2500" dirty="0">
              <a:latin typeface="Times New Roman" panose="02020603050405020304" pitchFamily="18" charset="0"/>
              <a:cs typeface="Times New Roman" panose="02020603050405020304" pitchFamily="18" charset="0"/>
            </a:endParaRPr>
          </a:p>
          <a:p>
            <a:pPr marL="0" indent="0" algn="ctr">
              <a:buNone/>
            </a:pPr>
            <a:r>
              <a:rPr lang="en-US" sz="2500" b="1" dirty="0">
                <a:solidFill>
                  <a:srgbClr val="F8FAFC"/>
                </a:solidFill>
                <a:latin typeface="Times New Roman" panose="02020603050405020304" pitchFamily="18" charset="0"/>
                <a:cs typeface="Times New Roman" panose="02020603050405020304" pitchFamily="18" charset="0"/>
              </a:rPr>
              <a:t>FUNCTION</a:t>
            </a:r>
            <a:endParaRPr lang="en-US" sz="2500" dirty="0">
              <a:latin typeface="Times New Roman" panose="02020603050405020304" pitchFamily="18" charset="0"/>
              <a:cs typeface="Times New Roman" panose="02020603050405020304" pitchFamily="18" charset="0"/>
            </a:endParaRPr>
          </a:p>
        </p:txBody>
      </p:sp>
      <p:sp>
        <p:nvSpPr>
          <p:cNvPr id="12" name="Shape 10"/>
          <p:cNvSpPr/>
          <p:nvPr/>
        </p:nvSpPr>
        <p:spPr>
          <a:xfrm>
            <a:off x="1076851" y="3218688"/>
            <a:ext cx="3108958" cy="875972"/>
          </a:xfrm>
          <a:prstGeom prst="roundRect">
            <a:avLst>
              <a:gd name="adj" fmla="val 9375"/>
            </a:avLst>
          </a:prstGeom>
          <a:solidFill>
            <a:srgbClr val="121F38"/>
          </a:solidFill>
          <a:ln w="15240">
            <a:solidFill>
              <a:srgbClr val="47D7FF">
                <a:alpha val="90000"/>
              </a:srgbClr>
            </a:solidFill>
            <a:prstDash val="solid"/>
          </a:ln>
        </p:spPr>
        <p:txBody>
          <a:bodyPr/>
          <a:lstStyle/>
          <a:p>
            <a:endParaRPr lang="en-US"/>
          </a:p>
        </p:txBody>
      </p:sp>
      <p:sp>
        <p:nvSpPr>
          <p:cNvPr id="13" name="Text 11"/>
          <p:cNvSpPr/>
          <p:nvPr/>
        </p:nvSpPr>
        <p:spPr>
          <a:xfrm>
            <a:off x="1076851" y="3218688"/>
            <a:ext cx="3108958" cy="875971"/>
          </a:xfrm>
          <a:prstGeom prst="rect">
            <a:avLst/>
          </a:prstGeom>
          <a:noFill/>
          <a:ln/>
        </p:spPr>
        <p:txBody>
          <a:bodyPr wrap="square" lIns="381" tIns="381" rIns="381" bIns="381" rtlCol="0" anchor="ctr">
            <a:noAutofit/>
          </a:bodyPr>
          <a:lstStyle/>
          <a:p>
            <a:pPr marL="0" indent="0" algn="ctr">
              <a:buNone/>
            </a:pPr>
            <a:r>
              <a:rPr lang="en-US" sz="2500" b="1" dirty="0">
                <a:latin typeface="Times New Roman" panose="02020603050405020304" pitchFamily="18" charset="0"/>
                <a:ea typeface="Times New Roman" pitchFamily="34" charset="-122"/>
                <a:cs typeface="Times New Roman" panose="02020603050405020304" pitchFamily="18" charset="0"/>
              </a:rPr>
              <a:t>Deterministic</a:t>
            </a:r>
            <a:endParaRPr lang="en-US" sz="2500" dirty="0">
              <a:latin typeface="Times New Roman" panose="02020603050405020304" pitchFamily="18" charset="0"/>
              <a:cs typeface="Times New Roman" panose="02020603050405020304" pitchFamily="18" charset="0"/>
            </a:endParaRPr>
          </a:p>
        </p:txBody>
      </p:sp>
      <p:sp>
        <p:nvSpPr>
          <p:cNvPr id="14" name="Shape 12"/>
          <p:cNvSpPr/>
          <p:nvPr/>
        </p:nvSpPr>
        <p:spPr>
          <a:xfrm>
            <a:off x="1076850" y="4818890"/>
            <a:ext cx="3108959" cy="875972"/>
          </a:xfrm>
          <a:prstGeom prst="roundRect">
            <a:avLst>
              <a:gd name="adj" fmla="val 9375"/>
            </a:avLst>
          </a:prstGeom>
          <a:solidFill>
            <a:srgbClr val="121F38"/>
          </a:solidFill>
          <a:ln w="15240">
            <a:solidFill>
              <a:srgbClr val="B4F564">
                <a:alpha val="90000"/>
              </a:srgbClr>
            </a:solidFill>
            <a:prstDash val="solid"/>
          </a:ln>
        </p:spPr>
        <p:txBody>
          <a:bodyPr/>
          <a:lstStyle/>
          <a:p>
            <a:endParaRPr lang="en-US"/>
          </a:p>
        </p:txBody>
      </p:sp>
      <p:sp>
        <p:nvSpPr>
          <p:cNvPr id="15" name="Text 13"/>
          <p:cNvSpPr/>
          <p:nvPr/>
        </p:nvSpPr>
        <p:spPr>
          <a:xfrm>
            <a:off x="1076851" y="4818890"/>
            <a:ext cx="3108958" cy="852826"/>
          </a:xfrm>
          <a:prstGeom prst="rect">
            <a:avLst/>
          </a:prstGeom>
          <a:noFill/>
          <a:ln/>
        </p:spPr>
        <p:txBody>
          <a:bodyPr wrap="square" lIns="381" tIns="381" rIns="381" bIns="381" rtlCol="0" anchor="ctr">
            <a:noAutofit/>
          </a:bodyPr>
          <a:lstStyle/>
          <a:p>
            <a:pPr marL="0" indent="0" algn="ctr">
              <a:buNone/>
            </a:pPr>
            <a:r>
              <a:rPr lang="en-US" sz="2500" b="1" dirty="0">
                <a:latin typeface="Times New Roman" panose="02020603050405020304" pitchFamily="18" charset="0"/>
                <a:ea typeface="Times New Roman" pitchFamily="34" charset="-122"/>
                <a:cs typeface="Times New Roman" panose="02020603050405020304" pitchFamily="18" charset="0"/>
              </a:rPr>
              <a:t>Fast computation</a:t>
            </a:r>
            <a:endParaRPr lang="en-US" sz="2500" dirty="0">
              <a:latin typeface="Times New Roman" panose="02020603050405020304" pitchFamily="18" charset="0"/>
              <a:cs typeface="Times New Roman" panose="02020603050405020304" pitchFamily="18" charset="0"/>
            </a:endParaRPr>
          </a:p>
        </p:txBody>
      </p:sp>
      <p:sp>
        <p:nvSpPr>
          <p:cNvPr id="16" name="Shape 14"/>
          <p:cNvSpPr/>
          <p:nvPr/>
        </p:nvSpPr>
        <p:spPr>
          <a:xfrm>
            <a:off x="4538925" y="4818890"/>
            <a:ext cx="3108958" cy="875971"/>
          </a:xfrm>
          <a:prstGeom prst="roundRect">
            <a:avLst>
              <a:gd name="adj" fmla="val 9375"/>
            </a:avLst>
          </a:prstGeom>
          <a:solidFill>
            <a:srgbClr val="121F38"/>
          </a:solidFill>
          <a:ln w="15240">
            <a:solidFill>
              <a:srgbClr val="8B5CF6">
                <a:alpha val="90000"/>
              </a:srgbClr>
            </a:solidFill>
            <a:prstDash val="solid"/>
          </a:ln>
        </p:spPr>
        <p:txBody>
          <a:bodyPr/>
          <a:lstStyle/>
          <a:p>
            <a:endParaRPr lang="en-US"/>
          </a:p>
        </p:txBody>
      </p:sp>
      <p:sp>
        <p:nvSpPr>
          <p:cNvPr id="17" name="Text 15"/>
          <p:cNvSpPr/>
          <p:nvPr/>
        </p:nvSpPr>
        <p:spPr>
          <a:xfrm>
            <a:off x="4538924" y="4818890"/>
            <a:ext cx="3108957" cy="852826"/>
          </a:xfrm>
          <a:prstGeom prst="rect">
            <a:avLst/>
          </a:prstGeom>
          <a:noFill/>
          <a:ln/>
        </p:spPr>
        <p:txBody>
          <a:bodyPr wrap="square" lIns="381" tIns="381" rIns="381" bIns="381" rtlCol="0" anchor="ctr">
            <a:normAutofit/>
          </a:bodyPr>
          <a:lstStyle/>
          <a:p>
            <a:pPr marL="0" indent="0" algn="ctr">
              <a:buNone/>
            </a:pPr>
            <a:r>
              <a:rPr lang="en-US" sz="2500" b="1" dirty="0">
                <a:solidFill>
                  <a:srgbClr val="F8FAFC"/>
                </a:solidFill>
                <a:latin typeface="Times New Roman" panose="02020603050405020304" pitchFamily="18" charset="0"/>
                <a:ea typeface="Times New Roman" pitchFamily="34" charset="-122"/>
                <a:cs typeface="Times New Roman" panose="02020603050405020304" pitchFamily="18" charset="0"/>
              </a:rPr>
              <a:t>Irreversible</a:t>
            </a:r>
            <a:endParaRPr lang="en-US" sz="2500" dirty="0">
              <a:latin typeface="Times New Roman" panose="02020603050405020304" pitchFamily="18" charset="0"/>
              <a:cs typeface="Times New Roman" panose="02020603050405020304" pitchFamily="18" charset="0"/>
            </a:endParaRPr>
          </a:p>
        </p:txBody>
      </p:sp>
      <p:sp>
        <p:nvSpPr>
          <p:cNvPr id="18" name="Shape 16"/>
          <p:cNvSpPr/>
          <p:nvPr/>
        </p:nvSpPr>
        <p:spPr>
          <a:xfrm>
            <a:off x="8000999" y="4780640"/>
            <a:ext cx="3108957" cy="891076"/>
          </a:xfrm>
          <a:prstGeom prst="roundRect">
            <a:avLst>
              <a:gd name="adj" fmla="val 9375"/>
            </a:avLst>
          </a:prstGeom>
          <a:solidFill>
            <a:srgbClr val="121F38"/>
          </a:solidFill>
          <a:ln w="15240">
            <a:solidFill>
              <a:srgbClr val="FFB86B">
                <a:alpha val="90000"/>
              </a:srgbClr>
            </a:solidFill>
            <a:prstDash val="solid"/>
          </a:ln>
        </p:spPr>
        <p:txBody>
          <a:bodyPr/>
          <a:lstStyle/>
          <a:p>
            <a:endParaRPr lang="en-US"/>
          </a:p>
        </p:txBody>
      </p:sp>
      <p:sp>
        <p:nvSpPr>
          <p:cNvPr id="19" name="Text 17"/>
          <p:cNvSpPr/>
          <p:nvPr/>
        </p:nvSpPr>
        <p:spPr>
          <a:xfrm>
            <a:off x="8000998" y="4780640"/>
            <a:ext cx="3108960" cy="872788"/>
          </a:xfrm>
          <a:prstGeom prst="rect">
            <a:avLst/>
          </a:prstGeom>
          <a:noFill/>
          <a:ln/>
        </p:spPr>
        <p:txBody>
          <a:bodyPr wrap="square" lIns="381" tIns="381" rIns="381" bIns="381" rtlCol="0" anchor="ctr">
            <a:noAutofit/>
          </a:bodyPr>
          <a:lstStyle/>
          <a:p>
            <a:pPr marL="0" indent="0" algn="ctr">
              <a:buNone/>
            </a:pPr>
            <a:r>
              <a:rPr lang="en-US" sz="2500" b="1" dirty="0">
                <a:solidFill>
                  <a:srgbClr val="F8FAFC"/>
                </a:solidFill>
                <a:latin typeface="Times New Roman" panose="02020603050405020304" pitchFamily="18" charset="0"/>
                <a:ea typeface="Times New Roman" pitchFamily="34" charset="-122"/>
                <a:cs typeface="Times New Roman" panose="02020603050405020304" pitchFamily="18" charset="0"/>
              </a:rPr>
              <a:t>Collision resistant</a:t>
            </a:r>
            <a:endParaRPr lang="en-US" sz="2500" dirty="0">
              <a:latin typeface="Times New Roman" panose="02020603050405020304" pitchFamily="18" charset="0"/>
              <a:cs typeface="Times New Roman" panose="02020603050405020304" pitchFamily="18" charset="0"/>
            </a:endParaRPr>
          </a:p>
        </p:txBody>
      </p:sp>
      <p:sp>
        <p:nvSpPr>
          <p:cNvPr id="20" name="Shape 18"/>
          <p:cNvSpPr/>
          <p:nvPr/>
        </p:nvSpPr>
        <p:spPr>
          <a:xfrm>
            <a:off x="8001000" y="3202832"/>
            <a:ext cx="3108957" cy="872788"/>
          </a:xfrm>
          <a:prstGeom prst="roundRect">
            <a:avLst>
              <a:gd name="adj" fmla="val 9375"/>
            </a:avLst>
          </a:prstGeom>
          <a:solidFill>
            <a:srgbClr val="121F38"/>
          </a:solidFill>
          <a:ln w="15240">
            <a:solidFill>
              <a:srgbClr val="FF5B9A">
                <a:alpha val="90000"/>
              </a:srgbClr>
            </a:solidFill>
            <a:prstDash val="solid"/>
          </a:ln>
        </p:spPr>
        <p:txBody>
          <a:bodyPr/>
          <a:lstStyle/>
          <a:p>
            <a:endParaRPr lang="en-US"/>
          </a:p>
        </p:txBody>
      </p:sp>
      <p:sp>
        <p:nvSpPr>
          <p:cNvPr id="21" name="Text 19"/>
          <p:cNvSpPr/>
          <p:nvPr/>
        </p:nvSpPr>
        <p:spPr>
          <a:xfrm>
            <a:off x="8001000" y="3202832"/>
            <a:ext cx="3108956" cy="872788"/>
          </a:xfrm>
          <a:prstGeom prst="rect">
            <a:avLst/>
          </a:prstGeom>
          <a:noFill/>
          <a:ln/>
        </p:spPr>
        <p:txBody>
          <a:bodyPr wrap="square" lIns="381" tIns="381" rIns="381" bIns="381" rtlCol="0" anchor="ctr">
            <a:noAutofit/>
          </a:bodyPr>
          <a:lstStyle/>
          <a:p>
            <a:pPr marL="0" indent="0" algn="ctr">
              <a:buNone/>
            </a:pPr>
            <a:r>
              <a:rPr lang="en-US" sz="2500" b="1" dirty="0">
                <a:solidFill>
                  <a:srgbClr val="F8FAFC"/>
                </a:solidFill>
                <a:latin typeface="Times New Roman" panose="02020603050405020304" pitchFamily="18" charset="0"/>
                <a:ea typeface="Times New Roman" pitchFamily="34" charset="-122"/>
                <a:cs typeface="Times New Roman" panose="02020603050405020304" pitchFamily="18" charset="0"/>
              </a:rPr>
              <a:t>Avalanche effect</a:t>
            </a:r>
            <a:endParaRPr lang="en-US" sz="2500" dirty="0">
              <a:latin typeface="Times New Roman" panose="02020603050405020304" pitchFamily="18" charset="0"/>
              <a:cs typeface="Times New Roman" panose="02020603050405020304" pitchFamily="18" charset="0"/>
            </a:endParaRPr>
          </a:p>
        </p:txBody>
      </p:sp>
      <p:sp>
        <p:nvSpPr>
          <p:cNvPr id="22" name="Text 20"/>
          <p:cNvSpPr/>
          <p:nvPr/>
        </p:nvSpPr>
        <p:spPr>
          <a:xfrm>
            <a:off x="868676" y="5888736"/>
            <a:ext cx="10241280" cy="310896"/>
          </a:xfrm>
          <a:prstGeom prst="rect">
            <a:avLst/>
          </a:prstGeom>
          <a:noFill/>
          <a:ln/>
        </p:spPr>
        <p:txBody>
          <a:bodyPr wrap="square" lIns="0" tIns="0" rIns="0" bIns="0" rtlCol="0" anchor="ctr"/>
          <a:lstStyle/>
          <a:p>
            <a:pPr marL="0" indent="0" algn="ctr">
              <a:buNone/>
            </a:pPr>
            <a:r>
              <a:rPr lang="en-US" sz="2000" dirty="0">
                <a:solidFill>
                  <a:schemeClr val="bg1"/>
                </a:solidFill>
                <a:latin typeface="Times New Roman" panose="02020603050405020304" pitchFamily="18" charset="0"/>
                <a:cs typeface="Times New Roman" panose="02020603050405020304" pitchFamily="18" charset="0"/>
              </a:rPr>
              <a:t>Small input changes should create large output differences.</a:t>
            </a:r>
          </a:p>
        </p:txBody>
      </p:sp>
      <p:sp>
        <p:nvSpPr>
          <p:cNvPr id="24" name="Shape 0">
            <a:extLst>
              <a:ext uri="{FF2B5EF4-FFF2-40B4-BE49-F238E27FC236}">
                <a16:creationId xmlns:a16="http://schemas.microsoft.com/office/drawing/2014/main" id="{F1C3715E-5870-ADA5-43C8-A9D6DA32F648}"/>
              </a:ext>
            </a:extLst>
          </p:cNvPr>
          <p:cNvSpPr/>
          <p:nvPr/>
        </p:nvSpPr>
        <p:spPr>
          <a:xfrm>
            <a:off x="12049651" y="-22568"/>
            <a:ext cx="137160" cy="6880568"/>
          </a:xfrm>
          <a:prstGeom prst="rect">
            <a:avLst/>
          </a:prstGeom>
          <a:solidFill>
            <a:srgbClr val="47D7FF"/>
          </a:solidFill>
          <a:ln w="12700">
            <a:solidFill>
              <a:srgbClr val="47D7FF">
                <a:alpha val="0"/>
              </a:srgbClr>
            </a:solidFill>
            <a:prstDash val="solid"/>
          </a:ln>
        </p:spPr>
        <p:txBody>
          <a:bodyPr/>
          <a:lstStyle/>
          <a:p>
            <a:endParaRPr lang="en-US"/>
          </a:p>
        </p:txBody>
      </p:sp>
      <p:sp>
        <p:nvSpPr>
          <p:cNvPr id="25" name="Shape 0">
            <a:extLst>
              <a:ext uri="{FF2B5EF4-FFF2-40B4-BE49-F238E27FC236}">
                <a16:creationId xmlns:a16="http://schemas.microsoft.com/office/drawing/2014/main" id="{3FBEA8F6-0A01-8138-7F9D-D2AFDED42F35}"/>
              </a:ext>
            </a:extLst>
          </p:cNvPr>
          <p:cNvSpPr/>
          <p:nvPr/>
        </p:nvSpPr>
        <p:spPr>
          <a:xfrm>
            <a:off x="-16147" y="-22568"/>
            <a:ext cx="109728" cy="6880568"/>
          </a:xfrm>
          <a:prstGeom prst="rect">
            <a:avLst/>
          </a:prstGeom>
          <a:solidFill>
            <a:srgbClr val="47D7FF"/>
          </a:solidFill>
          <a:ln w="12700">
            <a:solidFill>
              <a:srgbClr val="47D7FF">
                <a:alpha val="0"/>
              </a:srgbClr>
            </a:solidFill>
            <a:prstDash val="solid"/>
          </a:ln>
        </p:spPr>
        <p:txBody>
          <a:bodyPr/>
          <a:lstStyle/>
          <a:p>
            <a:endParaRPr lang="en-US"/>
          </a:p>
        </p:txBody>
      </p:sp>
      <p:sp>
        <p:nvSpPr>
          <p:cNvPr id="3" name="Footer Placeholder 6">
            <a:extLst>
              <a:ext uri="{FF2B5EF4-FFF2-40B4-BE49-F238E27FC236}">
                <a16:creationId xmlns:a16="http://schemas.microsoft.com/office/drawing/2014/main" id="{8937402D-EC10-5D51-36BC-775E7E097C54}"/>
              </a:ext>
            </a:extLst>
          </p:cNvPr>
          <p:cNvSpPr txBox="1">
            <a:spLocks/>
          </p:cNvSpPr>
          <p:nvPr/>
        </p:nvSpPr>
        <p:spPr>
          <a:xfrm>
            <a:off x="93582" y="6464808"/>
            <a:ext cx="11956069" cy="393192"/>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000" dirty="0">
                <a:solidFill>
                  <a:schemeClr val="bg1"/>
                </a:solidFill>
                <a:latin typeface="Times New Roman" panose="02020603050405020304" pitchFamily="18" charset="0"/>
                <a:cs typeface="Times New Roman" panose="02020603050405020304" pitchFamily="18" charset="0"/>
              </a:rPr>
              <a:t>Julien &amp; Jacobs                                           Data Structures 2: Final Presentation                                                    6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500" fill="hold"/>
                                        <p:tgtEl>
                                          <p:spTgt spid="9"/>
                                        </p:tgtEl>
                                        <p:attrNameLst>
                                          <p:attrName>ppt_x</p:attrName>
                                        </p:attrNameLst>
                                      </p:cBhvr>
                                      <p:tavLst>
                                        <p:tav tm="0">
                                          <p:val>
                                            <p:strVal val="0-#ppt_w/2"/>
                                          </p:val>
                                        </p:tav>
                                        <p:tav tm="100000">
                                          <p:val>
                                            <p:strVal val="#ppt_x"/>
                                          </p:val>
                                        </p:tav>
                                      </p:tavLst>
                                    </p:anim>
                                    <p:anim calcmode="lin" valueType="num">
                                      <p:cBhvr additive="base">
                                        <p:cTn id="8" dur="1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chemeClr val="tx1"/>
        </a:solidFill>
        <a:effectLst/>
      </p:bgPr>
    </p:bg>
    <p:spTree>
      <p:nvGrpSpPr>
        <p:cNvPr id="1" name=""/>
        <p:cNvGrpSpPr/>
        <p:nvPr/>
      </p:nvGrpSpPr>
      <p:grpSpPr>
        <a:xfrm>
          <a:off x="0" y="0"/>
          <a:ext cx="0" cy="0"/>
          <a:chOff x="0" y="0"/>
          <a:chExt cx="0" cy="0"/>
        </a:xfrm>
      </p:grpSpPr>
      <p:sp>
        <p:nvSpPr>
          <p:cNvPr id="45" name="Shape 14">
            <a:extLst>
              <a:ext uri="{FF2B5EF4-FFF2-40B4-BE49-F238E27FC236}">
                <a16:creationId xmlns:a16="http://schemas.microsoft.com/office/drawing/2014/main" id="{E2BC3420-E9CD-CE2C-0DFE-FDEAD7719FDB}"/>
              </a:ext>
            </a:extLst>
          </p:cNvPr>
          <p:cNvSpPr/>
          <p:nvPr/>
        </p:nvSpPr>
        <p:spPr>
          <a:xfrm>
            <a:off x="544755" y="2878393"/>
            <a:ext cx="1890016" cy="1247518"/>
          </a:xfrm>
          <a:prstGeom prst="roundRect">
            <a:avLst>
              <a:gd name="adj" fmla="val 6316"/>
            </a:avLst>
          </a:prstGeom>
          <a:solidFill>
            <a:srgbClr val="121F38"/>
          </a:solidFill>
          <a:ln w="15240">
            <a:solidFill>
              <a:srgbClr val="B4F564">
                <a:alpha val="90000"/>
              </a:srgbClr>
            </a:solidFill>
            <a:prstDash val="solid"/>
          </a:ln>
        </p:spPr>
        <p:txBody>
          <a:bodyPr anchor="ctr"/>
          <a:lstStyle/>
          <a:p>
            <a:endParaRPr lang="en-US"/>
          </a:p>
        </p:txBody>
      </p:sp>
      <p:sp>
        <p:nvSpPr>
          <p:cNvPr id="6" name="Text 4"/>
          <p:cNvSpPr/>
          <p:nvPr/>
        </p:nvSpPr>
        <p:spPr>
          <a:xfrm>
            <a:off x="566928" y="393192"/>
            <a:ext cx="3108960" cy="256032"/>
          </a:xfrm>
          <a:prstGeom prst="rect">
            <a:avLst/>
          </a:prstGeom>
          <a:noFill/>
          <a:ln/>
        </p:spPr>
        <p:txBody>
          <a:bodyPr wrap="square" lIns="0" tIns="0" rIns="0" bIns="0" rtlCol="0" anchor="ctr"/>
          <a:lstStyle/>
          <a:p>
            <a:pPr marL="0" indent="0">
              <a:buNone/>
            </a:pPr>
            <a:r>
              <a:rPr lang="en-US" sz="1500" b="1" dirty="0">
                <a:solidFill>
                  <a:srgbClr val="47D7FF"/>
                </a:solidFill>
                <a:latin typeface="Times New Roman" panose="02020603050405020304" pitchFamily="18" charset="0"/>
                <a:ea typeface="Times New Roman" pitchFamily="34" charset="-122"/>
                <a:cs typeface="Times New Roman" panose="02020603050405020304" pitchFamily="18" charset="0"/>
              </a:rPr>
              <a:t>MODULO STEP</a:t>
            </a:r>
            <a:endParaRPr lang="en-US" sz="1500" dirty="0">
              <a:latin typeface="Times New Roman" panose="02020603050405020304" pitchFamily="18" charset="0"/>
              <a:cs typeface="Times New Roman" panose="02020603050405020304" pitchFamily="18" charset="0"/>
            </a:endParaRPr>
          </a:p>
        </p:txBody>
      </p:sp>
      <p:sp>
        <p:nvSpPr>
          <p:cNvPr id="7" name="Text 5"/>
          <p:cNvSpPr/>
          <p:nvPr/>
        </p:nvSpPr>
        <p:spPr>
          <a:xfrm>
            <a:off x="566928" y="658368"/>
            <a:ext cx="9875520" cy="493776"/>
          </a:xfrm>
          <a:prstGeom prst="rect">
            <a:avLst/>
          </a:prstGeom>
          <a:noFill/>
          <a:ln/>
        </p:spPr>
        <p:txBody>
          <a:bodyPr wrap="square" lIns="0" tIns="0" rIns="0" bIns="0" rtlCol="0" anchor="ctr">
            <a:normAutofit/>
          </a:bodyPr>
          <a:lstStyle/>
          <a:p>
            <a:pPr marL="0" indent="0">
              <a:buNone/>
            </a:pPr>
            <a:r>
              <a:rPr lang="en-US" sz="3000" b="1" dirty="0">
                <a:solidFill>
                  <a:schemeClr val="bg1"/>
                </a:solidFill>
                <a:latin typeface="Times New Roman" panose="02020603050405020304" pitchFamily="18" charset="0"/>
                <a:ea typeface="Times New Roman" pitchFamily="34" charset="-122"/>
                <a:cs typeface="Times New Roman" panose="02020603050405020304" pitchFamily="18" charset="0"/>
              </a:rPr>
              <a:t>Mapping to Index</a:t>
            </a:r>
            <a:endParaRPr lang="en-US" sz="3000" dirty="0">
              <a:solidFill>
                <a:schemeClr val="bg1"/>
              </a:solidFill>
              <a:latin typeface="Times New Roman" panose="02020603050405020304" pitchFamily="18" charset="0"/>
              <a:cs typeface="Times New Roman" panose="02020603050405020304" pitchFamily="18" charset="0"/>
            </a:endParaRPr>
          </a:p>
        </p:txBody>
      </p:sp>
      <p:sp>
        <p:nvSpPr>
          <p:cNvPr id="8" name="Shape 6"/>
          <p:cNvSpPr/>
          <p:nvPr/>
        </p:nvSpPr>
        <p:spPr>
          <a:xfrm>
            <a:off x="566928" y="1261872"/>
            <a:ext cx="1051560" cy="0"/>
          </a:xfrm>
          <a:prstGeom prst="line">
            <a:avLst/>
          </a:prstGeom>
          <a:noFill/>
          <a:ln w="25400">
            <a:solidFill>
              <a:srgbClr val="47D7FF"/>
            </a:solidFill>
            <a:prstDash val="solid"/>
            <a:headEnd type="none"/>
            <a:tailEnd type="none"/>
          </a:ln>
        </p:spPr>
        <p:txBody>
          <a:bodyPr/>
          <a:lstStyle/>
          <a:p>
            <a:endParaRPr lang="en-US"/>
          </a:p>
        </p:txBody>
      </p:sp>
      <p:sp>
        <p:nvSpPr>
          <p:cNvPr id="9" name="Text 7"/>
          <p:cNvSpPr/>
          <p:nvPr/>
        </p:nvSpPr>
        <p:spPr>
          <a:xfrm>
            <a:off x="566928" y="1444752"/>
            <a:ext cx="5764424" cy="1106424"/>
          </a:xfrm>
          <a:prstGeom prst="rect">
            <a:avLst/>
          </a:prstGeom>
          <a:noFill/>
          <a:ln/>
        </p:spPr>
        <p:txBody>
          <a:bodyPr wrap="square" lIns="254" tIns="254" rIns="254" bIns="254" rtlCol="0" anchor="ctr">
            <a:noAutofit/>
          </a:bodyPr>
          <a:lstStyle/>
          <a:p>
            <a:pPr marL="0" indent="0">
              <a:buNone/>
            </a:pPr>
            <a:r>
              <a:rPr lang="en-US" sz="2500" dirty="0">
                <a:solidFill>
                  <a:schemeClr val="bg1"/>
                </a:solidFill>
                <a:latin typeface="Times New Roman" panose="02020603050405020304" pitchFamily="18" charset="0"/>
                <a:ea typeface="Times New Roman" pitchFamily="34" charset="-122"/>
                <a:cs typeface="Times New Roman" panose="02020603050405020304" pitchFamily="18" charset="0"/>
              </a:rPr>
              <a:t>Hash values often exceed array limits, so modulo maps them into a valid bucket range.</a:t>
            </a:r>
            <a:endParaRPr lang="en-US" sz="2500" dirty="0">
              <a:solidFill>
                <a:schemeClr val="bg1"/>
              </a:solidFill>
              <a:latin typeface="Times New Roman" panose="02020603050405020304" pitchFamily="18" charset="0"/>
              <a:cs typeface="Times New Roman" panose="02020603050405020304" pitchFamily="18" charset="0"/>
            </a:endParaRPr>
          </a:p>
        </p:txBody>
      </p:sp>
      <p:sp>
        <p:nvSpPr>
          <p:cNvPr id="11" name="Text 9"/>
          <p:cNvSpPr/>
          <p:nvPr/>
        </p:nvSpPr>
        <p:spPr>
          <a:xfrm>
            <a:off x="544755" y="2878392"/>
            <a:ext cx="1890016" cy="1246689"/>
          </a:xfrm>
          <a:prstGeom prst="rect">
            <a:avLst/>
          </a:prstGeom>
          <a:noFill/>
          <a:ln/>
        </p:spPr>
        <p:txBody>
          <a:bodyPr wrap="square" lIns="381" tIns="381" rIns="381" bIns="381" rtlCol="0" anchor="ctr">
            <a:normAutofit/>
          </a:bodyPr>
          <a:lstStyle/>
          <a:p>
            <a:pPr marL="0" indent="0" algn="ctr">
              <a:buNone/>
            </a:pPr>
            <a:r>
              <a:rPr lang="en-US" sz="2000" b="1" dirty="0">
                <a:solidFill>
                  <a:srgbClr val="F8FAFC"/>
                </a:solidFill>
                <a:latin typeface="Times New Roman" panose="02020603050405020304" pitchFamily="18" charset="0"/>
                <a:ea typeface="Times New Roman" pitchFamily="34" charset="-122"/>
                <a:cs typeface="Times New Roman" panose="02020603050405020304" pitchFamily="18" charset="0"/>
              </a:rPr>
              <a:t>Hash value</a:t>
            </a:r>
            <a:endParaRPr lang="en-US" sz="2000" dirty="0">
              <a:latin typeface="Times New Roman" panose="02020603050405020304" pitchFamily="18" charset="0"/>
              <a:cs typeface="Times New Roman" panose="02020603050405020304" pitchFamily="18" charset="0"/>
            </a:endParaRPr>
          </a:p>
          <a:p>
            <a:pPr marL="0" indent="0" algn="ctr">
              <a:buNone/>
            </a:pPr>
            <a:r>
              <a:rPr lang="en-US" sz="2000" b="1" dirty="0">
                <a:solidFill>
                  <a:srgbClr val="F8FAFC"/>
                </a:solidFill>
                <a:latin typeface="Times New Roman" panose="02020603050405020304" pitchFamily="18" charset="0"/>
                <a:ea typeface="Times New Roman" pitchFamily="34" charset="-122"/>
                <a:cs typeface="Times New Roman" panose="02020603050405020304" pitchFamily="18" charset="0"/>
              </a:rPr>
              <a:t>43872</a:t>
            </a:r>
            <a:endParaRPr lang="en-US" sz="2000" dirty="0">
              <a:latin typeface="Times New Roman" panose="02020603050405020304" pitchFamily="18" charset="0"/>
              <a:cs typeface="Times New Roman" panose="02020603050405020304" pitchFamily="18" charset="0"/>
            </a:endParaRPr>
          </a:p>
        </p:txBody>
      </p:sp>
      <p:sp>
        <p:nvSpPr>
          <p:cNvPr id="12" name="Shape 10"/>
          <p:cNvSpPr/>
          <p:nvPr/>
        </p:nvSpPr>
        <p:spPr>
          <a:xfrm>
            <a:off x="2434771" y="3495324"/>
            <a:ext cx="886968" cy="0"/>
          </a:xfrm>
          <a:prstGeom prst="line">
            <a:avLst/>
          </a:prstGeom>
          <a:noFill/>
          <a:ln w="27940">
            <a:solidFill>
              <a:srgbClr val="B4F564"/>
            </a:solidFill>
            <a:prstDash val="solid"/>
            <a:headEnd type="none"/>
            <a:tailEnd type="triangle"/>
          </a:ln>
        </p:spPr>
        <p:txBody>
          <a:bodyPr/>
          <a:lstStyle/>
          <a:p>
            <a:endParaRPr lang="en-US"/>
          </a:p>
        </p:txBody>
      </p:sp>
      <p:sp>
        <p:nvSpPr>
          <p:cNvPr id="13" name="Shape 11"/>
          <p:cNvSpPr/>
          <p:nvPr/>
        </p:nvSpPr>
        <p:spPr>
          <a:xfrm>
            <a:off x="3319156" y="2962656"/>
            <a:ext cx="1060704" cy="1060704"/>
          </a:xfrm>
          <a:prstGeom prst="mathPlus">
            <a:avLst/>
          </a:prstGeom>
          <a:solidFill>
            <a:srgbClr val="101A2D">
              <a:alpha val="0"/>
            </a:srgbClr>
          </a:solidFill>
          <a:ln w="17780">
            <a:solidFill>
              <a:srgbClr val="47D7FF"/>
            </a:solidFill>
            <a:prstDash val="solid"/>
          </a:ln>
        </p:spPr>
        <p:txBody>
          <a:bodyPr/>
          <a:lstStyle/>
          <a:p>
            <a:endParaRPr lang="en-US"/>
          </a:p>
        </p:txBody>
      </p:sp>
      <p:sp>
        <p:nvSpPr>
          <p:cNvPr id="14" name="Shape 12"/>
          <p:cNvSpPr/>
          <p:nvPr/>
        </p:nvSpPr>
        <p:spPr>
          <a:xfrm>
            <a:off x="4433654" y="3184654"/>
            <a:ext cx="2750087" cy="692977"/>
          </a:xfrm>
          <a:prstGeom prst="roundRect">
            <a:avLst>
              <a:gd name="adj" fmla="val 11111"/>
            </a:avLst>
          </a:prstGeom>
          <a:solidFill>
            <a:srgbClr val="101A2D">
              <a:alpha val="96000"/>
            </a:srgbClr>
          </a:solidFill>
          <a:ln w="15240">
            <a:solidFill>
              <a:srgbClr val="47D7FF">
                <a:alpha val="96000"/>
              </a:srgbClr>
            </a:solidFill>
            <a:prstDash val="solid"/>
          </a:ln>
        </p:spPr>
        <p:txBody>
          <a:bodyPr/>
          <a:lstStyle/>
          <a:p>
            <a:endParaRPr lang="en-US"/>
          </a:p>
        </p:txBody>
      </p:sp>
      <p:sp>
        <p:nvSpPr>
          <p:cNvPr id="15" name="Text 13"/>
          <p:cNvSpPr/>
          <p:nvPr/>
        </p:nvSpPr>
        <p:spPr>
          <a:xfrm>
            <a:off x="4433654" y="3194382"/>
            <a:ext cx="2750087" cy="692977"/>
          </a:xfrm>
          <a:prstGeom prst="rect">
            <a:avLst/>
          </a:prstGeom>
          <a:noFill/>
          <a:ln/>
        </p:spPr>
        <p:txBody>
          <a:bodyPr wrap="square" lIns="0" tIns="0" rIns="0" bIns="0" rtlCol="0" anchor="ctr"/>
          <a:lstStyle/>
          <a:p>
            <a:pPr marL="0" indent="0" algn="ctr">
              <a:buNone/>
            </a:pPr>
            <a:r>
              <a:rPr lang="en-US" sz="2000" b="1" dirty="0">
                <a:solidFill>
                  <a:srgbClr val="47D7FF"/>
                </a:solidFill>
                <a:latin typeface="Times New Roman" panose="02020603050405020304" pitchFamily="18" charset="0"/>
                <a:ea typeface="Times New Roman" pitchFamily="34" charset="-122"/>
                <a:cs typeface="Times New Roman" panose="02020603050405020304" pitchFamily="18" charset="0"/>
              </a:rPr>
              <a:t>43872 mod 12 = 0</a:t>
            </a:r>
            <a:endParaRPr lang="en-US" sz="2000" dirty="0">
              <a:latin typeface="Times New Roman" panose="02020603050405020304" pitchFamily="18" charset="0"/>
              <a:cs typeface="Times New Roman" panose="02020603050405020304" pitchFamily="18" charset="0"/>
            </a:endParaRPr>
          </a:p>
        </p:txBody>
      </p:sp>
      <p:sp>
        <p:nvSpPr>
          <p:cNvPr id="16" name="Shape 14"/>
          <p:cNvSpPr/>
          <p:nvPr/>
        </p:nvSpPr>
        <p:spPr>
          <a:xfrm>
            <a:off x="7183741" y="3531142"/>
            <a:ext cx="621792" cy="0"/>
          </a:xfrm>
          <a:prstGeom prst="line">
            <a:avLst/>
          </a:prstGeom>
          <a:noFill/>
          <a:ln w="27940">
            <a:solidFill>
              <a:srgbClr val="47D7FF"/>
            </a:solidFill>
            <a:prstDash val="solid"/>
            <a:headEnd type="none"/>
            <a:tailEnd type="triangle"/>
          </a:ln>
        </p:spPr>
        <p:txBody>
          <a:bodyPr/>
          <a:lstStyle/>
          <a:p>
            <a:endParaRPr lang="en-US"/>
          </a:p>
        </p:txBody>
      </p:sp>
      <p:sp>
        <p:nvSpPr>
          <p:cNvPr id="41" name="Text 39"/>
          <p:cNvSpPr/>
          <p:nvPr/>
        </p:nvSpPr>
        <p:spPr>
          <a:xfrm>
            <a:off x="544755" y="4840824"/>
            <a:ext cx="6638986" cy="584901"/>
          </a:xfrm>
          <a:prstGeom prst="rect">
            <a:avLst/>
          </a:prstGeom>
          <a:noFill/>
          <a:ln/>
        </p:spPr>
        <p:txBody>
          <a:bodyPr wrap="square" lIns="0" tIns="0" rIns="0" bIns="0" rtlCol="0" anchor="ctr"/>
          <a:lstStyle/>
          <a:p>
            <a:pPr marL="0" indent="0" algn="ctr">
              <a:buNone/>
            </a:pPr>
            <a:r>
              <a:rPr lang="en-US" sz="2000" dirty="0">
                <a:solidFill>
                  <a:schemeClr val="bg1"/>
                </a:solidFill>
                <a:latin typeface="Times New Roman" panose="02020603050405020304" pitchFamily="18" charset="0"/>
                <a:cs typeface="Times New Roman" panose="02020603050405020304" pitchFamily="18" charset="0"/>
              </a:rPr>
              <a:t>Modulo keeps the index inside array boundaries.</a:t>
            </a:r>
          </a:p>
        </p:txBody>
      </p:sp>
      <p:sp>
        <p:nvSpPr>
          <p:cNvPr id="43" name="Shape 0">
            <a:extLst>
              <a:ext uri="{FF2B5EF4-FFF2-40B4-BE49-F238E27FC236}">
                <a16:creationId xmlns:a16="http://schemas.microsoft.com/office/drawing/2014/main" id="{BAEB4B4D-4C70-05CC-DBE6-113FCEA8B67B}"/>
              </a:ext>
            </a:extLst>
          </p:cNvPr>
          <p:cNvSpPr/>
          <p:nvPr/>
        </p:nvSpPr>
        <p:spPr>
          <a:xfrm>
            <a:off x="12049651" y="-22568"/>
            <a:ext cx="137160" cy="6880568"/>
          </a:xfrm>
          <a:prstGeom prst="rect">
            <a:avLst/>
          </a:prstGeom>
          <a:solidFill>
            <a:srgbClr val="47D7FF"/>
          </a:solidFill>
          <a:ln w="12700">
            <a:solidFill>
              <a:srgbClr val="47D7FF">
                <a:alpha val="0"/>
              </a:srgbClr>
            </a:solidFill>
            <a:prstDash val="solid"/>
          </a:ln>
        </p:spPr>
        <p:txBody>
          <a:bodyPr/>
          <a:lstStyle/>
          <a:p>
            <a:endParaRPr lang="en-US"/>
          </a:p>
        </p:txBody>
      </p:sp>
      <p:sp>
        <p:nvSpPr>
          <p:cNvPr id="46" name="Shape 21">
            <a:extLst>
              <a:ext uri="{FF2B5EF4-FFF2-40B4-BE49-F238E27FC236}">
                <a16:creationId xmlns:a16="http://schemas.microsoft.com/office/drawing/2014/main" id="{64F3D120-5B54-F9A9-281A-F1A401AA35F1}"/>
              </a:ext>
            </a:extLst>
          </p:cNvPr>
          <p:cNvSpPr/>
          <p:nvPr/>
        </p:nvSpPr>
        <p:spPr>
          <a:xfrm>
            <a:off x="8096970" y="3046922"/>
            <a:ext cx="687444" cy="956297"/>
          </a:xfrm>
          <a:prstGeom prst="rect">
            <a:avLst/>
          </a:prstGeom>
          <a:solidFill>
            <a:srgbClr val="1DA7D6">
              <a:alpha val="95000"/>
            </a:srgbClr>
          </a:solidFill>
          <a:ln w="20320">
            <a:solidFill>
              <a:srgbClr val="47D7FF"/>
            </a:solidFill>
            <a:prstDash val="solid"/>
          </a:ln>
        </p:spPr>
        <p:txBody>
          <a:bodyPr/>
          <a:lstStyle/>
          <a:p>
            <a:endParaRPr lang="en-US"/>
          </a:p>
        </p:txBody>
      </p:sp>
      <p:sp>
        <p:nvSpPr>
          <p:cNvPr id="47" name="Shape 17">
            <a:extLst>
              <a:ext uri="{FF2B5EF4-FFF2-40B4-BE49-F238E27FC236}">
                <a16:creationId xmlns:a16="http://schemas.microsoft.com/office/drawing/2014/main" id="{CB67EA8D-CF22-03DF-3BEE-4B4B271180A4}"/>
              </a:ext>
            </a:extLst>
          </p:cNvPr>
          <p:cNvSpPr/>
          <p:nvPr/>
        </p:nvSpPr>
        <p:spPr>
          <a:xfrm>
            <a:off x="8961816" y="3035809"/>
            <a:ext cx="716812" cy="975976"/>
          </a:xfrm>
          <a:prstGeom prst="rect">
            <a:avLst/>
          </a:prstGeom>
          <a:solidFill>
            <a:srgbClr val="121F38">
              <a:alpha val="88000"/>
            </a:srgbClr>
          </a:solidFill>
          <a:ln w="8890">
            <a:solidFill>
              <a:srgbClr val="6B7895">
                <a:alpha val="55000"/>
              </a:srgbClr>
            </a:solidFill>
            <a:prstDash val="solid"/>
          </a:ln>
        </p:spPr>
        <p:txBody>
          <a:bodyPr/>
          <a:lstStyle/>
          <a:p>
            <a:endParaRPr lang="en-US"/>
          </a:p>
        </p:txBody>
      </p:sp>
      <p:sp>
        <p:nvSpPr>
          <p:cNvPr id="50" name="Shape 17">
            <a:extLst>
              <a:ext uri="{FF2B5EF4-FFF2-40B4-BE49-F238E27FC236}">
                <a16:creationId xmlns:a16="http://schemas.microsoft.com/office/drawing/2014/main" id="{A5BD69EE-6629-FF49-5FF2-B8D780C12A85}"/>
              </a:ext>
            </a:extLst>
          </p:cNvPr>
          <p:cNvSpPr/>
          <p:nvPr/>
        </p:nvSpPr>
        <p:spPr>
          <a:xfrm>
            <a:off x="9856211" y="3038935"/>
            <a:ext cx="716813" cy="975976"/>
          </a:xfrm>
          <a:prstGeom prst="rect">
            <a:avLst/>
          </a:prstGeom>
          <a:solidFill>
            <a:srgbClr val="121F38">
              <a:alpha val="88000"/>
            </a:srgbClr>
          </a:solidFill>
          <a:ln w="8890">
            <a:solidFill>
              <a:srgbClr val="6B7895">
                <a:alpha val="55000"/>
              </a:srgbClr>
            </a:solidFill>
            <a:prstDash val="solid"/>
          </a:ln>
        </p:spPr>
        <p:txBody>
          <a:bodyPr/>
          <a:lstStyle/>
          <a:p>
            <a:endParaRPr lang="en-US"/>
          </a:p>
        </p:txBody>
      </p:sp>
      <p:sp>
        <p:nvSpPr>
          <p:cNvPr id="51" name="Shape 17">
            <a:extLst>
              <a:ext uri="{FF2B5EF4-FFF2-40B4-BE49-F238E27FC236}">
                <a16:creationId xmlns:a16="http://schemas.microsoft.com/office/drawing/2014/main" id="{4E347856-BF82-E8AE-BA3C-B45C1F3C5C51}"/>
              </a:ext>
            </a:extLst>
          </p:cNvPr>
          <p:cNvSpPr/>
          <p:nvPr/>
        </p:nvSpPr>
        <p:spPr>
          <a:xfrm>
            <a:off x="10760335" y="3046922"/>
            <a:ext cx="716813" cy="975976"/>
          </a:xfrm>
          <a:prstGeom prst="rect">
            <a:avLst/>
          </a:prstGeom>
          <a:solidFill>
            <a:srgbClr val="121F38">
              <a:alpha val="88000"/>
            </a:srgbClr>
          </a:solidFill>
          <a:ln w="8890">
            <a:solidFill>
              <a:srgbClr val="6B7895">
                <a:alpha val="55000"/>
              </a:srgbClr>
            </a:solidFill>
            <a:prstDash val="solid"/>
          </a:ln>
        </p:spPr>
        <p:txBody>
          <a:bodyPr/>
          <a:lstStyle/>
          <a:p>
            <a:endParaRPr lang="en-US"/>
          </a:p>
        </p:txBody>
      </p:sp>
      <p:sp>
        <p:nvSpPr>
          <p:cNvPr id="52" name="Shape 17">
            <a:extLst>
              <a:ext uri="{FF2B5EF4-FFF2-40B4-BE49-F238E27FC236}">
                <a16:creationId xmlns:a16="http://schemas.microsoft.com/office/drawing/2014/main" id="{9ACE5603-711A-73DC-545A-118E50417BDA}"/>
              </a:ext>
            </a:extLst>
          </p:cNvPr>
          <p:cNvSpPr/>
          <p:nvPr/>
        </p:nvSpPr>
        <p:spPr>
          <a:xfrm>
            <a:off x="8074442" y="4137486"/>
            <a:ext cx="716813" cy="975976"/>
          </a:xfrm>
          <a:prstGeom prst="rect">
            <a:avLst/>
          </a:prstGeom>
          <a:solidFill>
            <a:srgbClr val="121F38">
              <a:alpha val="88000"/>
            </a:srgbClr>
          </a:solidFill>
          <a:ln w="8890">
            <a:solidFill>
              <a:srgbClr val="6B7895">
                <a:alpha val="55000"/>
              </a:srgbClr>
            </a:solidFill>
            <a:prstDash val="solid"/>
          </a:ln>
        </p:spPr>
        <p:txBody>
          <a:bodyPr/>
          <a:lstStyle/>
          <a:p>
            <a:endParaRPr lang="en-US"/>
          </a:p>
        </p:txBody>
      </p:sp>
      <p:sp>
        <p:nvSpPr>
          <p:cNvPr id="53" name="Shape 17">
            <a:extLst>
              <a:ext uri="{FF2B5EF4-FFF2-40B4-BE49-F238E27FC236}">
                <a16:creationId xmlns:a16="http://schemas.microsoft.com/office/drawing/2014/main" id="{5661F582-C0FB-B0CD-FDD8-26F8FCE052EF}"/>
              </a:ext>
            </a:extLst>
          </p:cNvPr>
          <p:cNvSpPr/>
          <p:nvPr/>
        </p:nvSpPr>
        <p:spPr>
          <a:xfrm>
            <a:off x="8077328" y="5225503"/>
            <a:ext cx="716813" cy="975976"/>
          </a:xfrm>
          <a:prstGeom prst="rect">
            <a:avLst/>
          </a:prstGeom>
          <a:solidFill>
            <a:srgbClr val="121F38">
              <a:alpha val="88000"/>
            </a:srgbClr>
          </a:solidFill>
          <a:ln w="8890">
            <a:solidFill>
              <a:srgbClr val="6B7895">
                <a:alpha val="55000"/>
              </a:srgbClr>
            </a:solidFill>
            <a:prstDash val="solid"/>
          </a:ln>
        </p:spPr>
        <p:txBody>
          <a:bodyPr/>
          <a:lstStyle/>
          <a:p>
            <a:endParaRPr lang="en-US"/>
          </a:p>
        </p:txBody>
      </p:sp>
      <p:sp>
        <p:nvSpPr>
          <p:cNvPr id="54" name="Shape 17">
            <a:extLst>
              <a:ext uri="{FF2B5EF4-FFF2-40B4-BE49-F238E27FC236}">
                <a16:creationId xmlns:a16="http://schemas.microsoft.com/office/drawing/2014/main" id="{56DB6A9B-5A32-6AFC-DA46-5098A2526FAF}"/>
              </a:ext>
            </a:extLst>
          </p:cNvPr>
          <p:cNvSpPr/>
          <p:nvPr/>
        </p:nvSpPr>
        <p:spPr>
          <a:xfrm>
            <a:off x="8961815" y="4125082"/>
            <a:ext cx="716813" cy="975976"/>
          </a:xfrm>
          <a:prstGeom prst="rect">
            <a:avLst/>
          </a:prstGeom>
          <a:solidFill>
            <a:srgbClr val="121F38">
              <a:alpha val="88000"/>
            </a:srgbClr>
          </a:solidFill>
          <a:ln w="8890">
            <a:solidFill>
              <a:srgbClr val="6B7895">
                <a:alpha val="55000"/>
              </a:srgbClr>
            </a:solidFill>
            <a:prstDash val="solid"/>
          </a:ln>
        </p:spPr>
        <p:txBody>
          <a:bodyPr/>
          <a:lstStyle/>
          <a:p>
            <a:endParaRPr lang="en-US"/>
          </a:p>
        </p:txBody>
      </p:sp>
      <p:sp>
        <p:nvSpPr>
          <p:cNvPr id="55" name="Shape 17">
            <a:extLst>
              <a:ext uri="{FF2B5EF4-FFF2-40B4-BE49-F238E27FC236}">
                <a16:creationId xmlns:a16="http://schemas.microsoft.com/office/drawing/2014/main" id="{5F117512-E2B3-93F2-6A75-AE1DCA04B0DC}"/>
              </a:ext>
            </a:extLst>
          </p:cNvPr>
          <p:cNvSpPr/>
          <p:nvPr/>
        </p:nvSpPr>
        <p:spPr>
          <a:xfrm>
            <a:off x="9856211" y="4137486"/>
            <a:ext cx="716813" cy="975976"/>
          </a:xfrm>
          <a:prstGeom prst="rect">
            <a:avLst/>
          </a:prstGeom>
          <a:solidFill>
            <a:srgbClr val="121F38">
              <a:alpha val="88000"/>
            </a:srgbClr>
          </a:solidFill>
          <a:ln w="8890">
            <a:solidFill>
              <a:srgbClr val="6B7895">
                <a:alpha val="55000"/>
              </a:srgbClr>
            </a:solidFill>
            <a:prstDash val="solid"/>
          </a:ln>
        </p:spPr>
        <p:txBody>
          <a:bodyPr/>
          <a:lstStyle/>
          <a:p>
            <a:endParaRPr lang="en-US"/>
          </a:p>
        </p:txBody>
      </p:sp>
      <p:sp>
        <p:nvSpPr>
          <p:cNvPr id="56" name="Shape 17">
            <a:extLst>
              <a:ext uri="{FF2B5EF4-FFF2-40B4-BE49-F238E27FC236}">
                <a16:creationId xmlns:a16="http://schemas.microsoft.com/office/drawing/2014/main" id="{CBFCC9FB-F994-843B-0255-E5DAFFDC63E7}"/>
              </a:ext>
            </a:extLst>
          </p:cNvPr>
          <p:cNvSpPr/>
          <p:nvPr/>
        </p:nvSpPr>
        <p:spPr>
          <a:xfrm>
            <a:off x="10760334" y="4137367"/>
            <a:ext cx="716813" cy="975976"/>
          </a:xfrm>
          <a:prstGeom prst="rect">
            <a:avLst/>
          </a:prstGeom>
          <a:solidFill>
            <a:srgbClr val="121F38">
              <a:alpha val="88000"/>
            </a:srgbClr>
          </a:solidFill>
          <a:ln w="8890">
            <a:solidFill>
              <a:srgbClr val="6B7895">
                <a:alpha val="55000"/>
              </a:srgbClr>
            </a:solidFill>
            <a:prstDash val="solid"/>
          </a:ln>
        </p:spPr>
        <p:txBody>
          <a:bodyPr/>
          <a:lstStyle/>
          <a:p>
            <a:endParaRPr lang="en-US"/>
          </a:p>
        </p:txBody>
      </p:sp>
      <p:sp>
        <p:nvSpPr>
          <p:cNvPr id="57" name="Shape 17">
            <a:extLst>
              <a:ext uri="{FF2B5EF4-FFF2-40B4-BE49-F238E27FC236}">
                <a16:creationId xmlns:a16="http://schemas.microsoft.com/office/drawing/2014/main" id="{AE6681D5-06D7-A8BB-83DA-FF1F6B7DCD92}"/>
              </a:ext>
            </a:extLst>
          </p:cNvPr>
          <p:cNvSpPr/>
          <p:nvPr/>
        </p:nvSpPr>
        <p:spPr>
          <a:xfrm>
            <a:off x="8961814" y="5217358"/>
            <a:ext cx="716813" cy="975976"/>
          </a:xfrm>
          <a:prstGeom prst="rect">
            <a:avLst/>
          </a:prstGeom>
          <a:solidFill>
            <a:srgbClr val="121F38">
              <a:alpha val="88000"/>
            </a:srgbClr>
          </a:solidFill>
          <a:ln w="8890">
            <a:solidFill>
              <a:srgbClr val="6B7895">
                <a:alpha val="55000"/>
              </a:srgbClr>
            </a:solidFill>
            <a:prstDash val="solid"/>
          </a:ln>
        </p:spPr>
        <p:txBody>
          <a:bodyPr/>
          <a:lstStyle/>
          <a:p>
            <a:endParaRPr lang="en-US"/>
          </a:p>
        </p:txBody>
      </p:sp>
      <p:sp>
        <p:nvSpPr>
          <p:cNvPr id="58" name="Shape 17">
            <a:extLst>
              <a:ext uri="{FF2B5EF4-FFF2-40B4-BE49-F238E27FC236}">
                <a16:creationId xmlns:a16="http://schemas.microsoft.com/office/drawing/2014/main" id="{8D4C8888-B0E4-E9AC-C363-F683EB7DFB25}"/>
              </a:ext>
            </a:extLst>
          </p:cNvPr>
          <p:cNvSpPr/>
          <p:nvPr/>
        </p:nvSpPr>
        <p:spPr>
          <a:xfrm>
            <a:off x="9856211" y="5221409"/>
            <a:ext cx="716813" cy="975976"/>
          </a:xfrm>
          <a:prstGeom prst="rect">
            <a:avLst/>
          </a:prstGeom>
          <a:solidFill>
            <a:srgbClr val="121F38">
              <a:alpha val="88000"/>
            </a:srgbClr>
          </a:solidFill>
          <a:ln w="8890">
            <a:solidFill>
              <a:srgbClr val="6B7895">
                <a:alpha val="55000"/>
              </a:srgbClr>
            </a:solidFill>
            <a:prstDash val="solid"/>
          </a:ln>
        </p:spPr>
        <p:txBody>
          <a:bodyPr/>
          <a:lstStyle/>
          <a:p>
            <a:endParaRPr lang="en-US"/>
          </a:p>
        </p:txBody>
      </p:sp>
      <p:sp>
        <p:nvSpPr>
          <p:cNvPr id="59" name="Shape 17">
            <a:extLst>
              <a:ext uri="{FF2B5EF4-FFF2-40B4-BE49-F238E27FC236}">
                <a16:creationId xmlns:a16="http://schemas.microsoft.com/office/drawing/2014/main" id="{50BBFB95-A08E-808D-FF8A-8BDF638367FB}"/>
              </a:ext>
            </a:extLst>
          </p:cNvPr>
          <p:cNvSpPr/>
          <p:nvPr/>
        </p:nvSpPr>
        <p:spPr>
          <a:xfrm>
            <a:off x="10750607" y="5227086"/>
            <a:ext cx="716813" cy="975976"/>
          </a:xfrm>
          <a:prstGeom prst="rect">
            <a:avLst/>
          </a:prstGeom>
          <a:solidFill>
            <a:srgbClr val="121F38">
              <a:alpha val="88000"/>
            </a:srgbClr>
          </a:solidFill>
          <a:ln w="8890">
            <a:solidFill>
              <a:srgbClr val="6B7895">
                <a:alpha val="55000"/>
              </a:srgbClr>
            </a:solidFill>
            <a:prstDash val="solid"/>
          </a:ln>
        </p:spPr>
        <p:txBody>
          <a:bodyPr/>
          <a:lstStyle/>
          <a:p>
            <a:endParaRPr lang="en-US"/>
          </a:p>
        </p:txBody>
      </p:sp>
      <p:sp>
        <p:nvSpPr>
          <p:cNvPr id="60" name="Text 18">
            <a:extLst>
              <a:ext uri="{FF2B5EF4-FFF2-40B4-BE49-F238E27FC236}">
                <a16:creationId xmlns:a16="http://schemas.microsoft.com/office/drawing/2014/main" id="{CB350546-543A-6C7C-60BF-1C53E251A684}"/>
              </a:ext>
            </a:extLst>
          </p:cNvPr>
          <p:cNvSpPr/>
          <p:nvPr/>
        </p:nvSpPr>
        <p:spPr>
          <a:xfrm>
            <a:off x="8074441" y="3046922"/>
            <a:ext cx="700063" cy="956295"/>
          </a:xfrm>
          <a:prstGeom prst="rect">
            <a:avLst/>
          </a:prstGeom>
          <a:noFill/>
          <a:ln/>
        </p:spPr>
        <p:txBody>
          <a:bodyPr wrap="square" lIns="0" tIns="0" rIns="0" bIns="0" rtlCol="0" anchor="ctr"/>
          <a:lstStyle/>
          <a:p>
            <a:pPr marL="0" indent="0" algn="ctr">
              <a:buNone/>
            </a:pPr>
            <a:r>
              <a:rPr lang="en-US" sz="2500" dirty="0">
                <a:latin typeface="Times New Roman" panose="02020603050405020304" pitchFamily="18" charset="0"/>
                <a:ea typeface="Times New Roman" pitchFamily="34" charset="-122"/>
                <a:cs typeface="Times New Roman" panose="02020603050405020304" pitchFamily="18" charset="0"/>
              </a:rPr>
              <a:t>0</a:t>
            </a:r>
            <a:endParaRPr lang="en-US" sz="2500" dirty="0">
              <a:latin typeface="Times New Roman" panose="02020603050405020304" pitchFamily="18" charset="0"/>
              <a:cs typeface="Times New Roman" panose="02020603050405020304" pitchFamily="18" charset="0"/>
            </a:endParaRPr>
          </a:p>
        </p:txBody>
      </p:sp>
      <p:sp>
        <p:nvSpPr>
          <p:cNvPr id="61" name="Text 18">
            <a:extLst>
              <a:ext uri="{FF2B5EF4-FFF2-40B4-BE49-F238E27FC236}">
                <a16:creationId xmlns:a16="http://schemas.microsoft.com/office/drawing/2014/main" id="{7019358D-E9EC-11F2-53E0-B452B80272DD}"/>
              </a:ext>
            </a:extLst>
          </p:cNvPr>
          <p:cNvSpPr/>
          <p:nvPr/>
        </p:nvSpPr>
        <p:spPr>
          <a:xfrm>
            <a:off x="8971725" y="3046922"/>
            <a:ext cx="730489" cy="964863"/>
          </a:xfrm>
          <a:prstGeom prst="rect">
            <a:avLst/>
          </a:prstGeom>
          <a:noFill/>
          <a:ln/>
        </p:spPr>
        <p:txBody>
          <a:bodyPr wrap="square" lIns="0" tIns="0" rIns="0" bIns="0" rtlCol="0" anchor="ctr"/>
          <a:lstStyle/>
          <a:p>
            <a:pPr marL="0" indent="0" algn="ctr">
              <a:buNone/>
            </a:pPr>
            <a:r>
              <a:rPr lang="en-US" sz="2500" dirty="0">
                <a:latin typeface="Times New Roman" panose="02020603050405020304" pitchFamily="18" charset="0"/>
                <a:cs typeface="Times New Roman" panose="02020603050405020304" pitchFamily="18" charset="0"/>
              </a:rPr>
              <a:t>1</a:t>
            </a:r>
          </a:p>
        </p:txBody>
      </p:sp>
      <p:sp>
        <p:nvSpPr>
          <p:cNvPr id="62" name="Text 18">
            <a:extLst>
              <a:ext uri="{FF2B5EF4-FFF2-40B4-BE49-F238E27FC236}">
                <a16:creationId xmlns:a16="http://schemas.microsoft.com/office/drawing/2014/main" id="{7ED2BE31-78C1-178D-6604-D5149F16609D}"/>
              </a:ext>
            </a:extLst>
          </p:cNvPr>
          <p:cNvSpPr/>
          <p:nvPr/>
        </p:nvSpPr>
        <p:spPr>
          <a:xfrm>
            <a:off x="9865939" y="3046922"/>
            <a:ext cx="716813" cy="956295"/>
          </a:xfrm>
          <a:prstGeom prst="rect">
            <a:avLst/>
          </a:prstGeom>
          <a:noFill/>
          <a:ln/>
        </p:spPr>
        <p:txBody>
          <a:bodyPr wrap="square" lIns="0" tIns="0" rIns="0" bIns="0" rtlCol="0" anchor="ctr"/>
          <a:lstStyle/>
          <a:p>
            <a:pPr marL="0" indent="0" algn="ctr">
              <a:buNone/>
            </a:pPr>
            <a:r>
              <a:rPr lang="en-US" sz="2500" dirty="0">
                <a:latin typeface="Times New Roman" panose="02020603050405020304" pitchFamily="18" charset="0"/>
                <a:cs typeface="Times New Roman" panose="02020603050405020304" pitchFamily="18" charset="0"/>
              </a:rPr>
              <a:t>2</a:t>
            </a:r>
          </a:p>
        </p:txBody>
      </p:sp>
      <p:sp>
        <p:nvSpPr>
          <p:cNvPr id="63" name="Text 18">
            <a:extLst>
              <a:ext uri="{FF2B5EF4-FFF2-40B4-BE49-F238E27FC236}">
                <a16:creationId xmlns:a16="http://schemas.microsoft.com/office/drawing/2014/main" id="{32E65E3F-6BB3-EBB3-5EE3-6D03CA98D7C0}"/>
              </a:ext>
            </a:extLst>
          </p:cNvPr>
          <p:cNvSpPr/>
          <p:nvPr/>
        </p:nvSpPr>
        <p:spPr>
          <a:xfrm>
            <a:off x="10750607" y="3067064"/>
            <a:ext cx="716812" cy="956295"/>
          </a:xfrm>
          <a:prstGeom prst="rect">
            <a:avLst/>
          </a:prstGeom>
          <a:noFill/>
          <a:ln/>
        </p:spPr>
        <p:txBody>
          <a:bodyPr wrap="square" lIns="0" tIns="0" rIns="0" bIns="0" rtlCol="0" anchor="ctr"/>
          <a:lstStyle/>
          <a:p>
            <a:pPr marL="0" indent="0" algn="ctr">
              <a:buNone/>
            </a:pPr>
            <a:r>
              <a:rPr lang="en-US" sz="2500" dirty="0">
                <a:latin typeface="Times New Roman" panose="02020603050405020304" pitchFamily="18" charset="0"/>
                <a:cs typeface="Times New Roman" panose="02020603050405020304" pitchFamily="18" charset="0"/>
              </a:rPr>
              <a:t>3</a:t>
            </a:r>
          </a:p>
        </p:txBody>
      </p:sp>
      <p:sp>
        <p:nvSpPr>
          <p:cNvPr id="64" name="Text 18">
            <a:extLst>
              <a:ext uri="{FF2B5EF4-FFF2-40B4-BE49-F238E27FC236}">
                <a16:creationId xmlns:a16="http://schemas.microsoft.com/office/drawing/2014/main" id="{3845236E-38B4-96AF-1DCE-A4841C2B7027}"/>
              </a:ext>
            </a:extLst>
          </p:cNvPr>
          <p:cNvSpPr/>
          <p:nvPr/>
        </p:nvSpPr>
        <p:spPr>
          <a:xfrm>
            <a:off x="8207520" y="4372547"/>
            <a:ext cx="466344" cy="493776"/>
          </a:xfrm>
          <a:prstGeom prst="rect">
            <a:avLst/>
          </a:prstGeom>
          <a:noFill/>
          <a:ln/>
        </p:spPr>
        <p:txBody>
          <a:bodyPr wrap="square" lIns="0" tIns="0" rIns="0" bIns="0" rtlCol="0" anchor="ctr"/>
          <a:lstStyle/>
          <a:p>
            <a:pPr marL="0" indent="0" algn="ctr">
              <a:buNone/>
            </a:pPr>
            <a:r>
              <a:rPr lang="en-US" sz="2500" dirty="0">
                <a:latin typeface="Times New Roman" panose="02020603050405020304" pitchFamily="18" charset="0"/>
                <a:cs typeface="Times New Roman" panose="02020603050405020304" pitchFamily="18" charset="0"/>
              </a:rPr>
              <a:t>4</a:t>
            </a:r>
          </a:p>
        </p:txBody>
      </p:sp>
      <p:sp>
        <p:nvSpPr>
          <p:cNvPr id="65" name="Text 18">
            <a:extLst>
              <a:ext uri="{FF2B5EF4-FFF2-40B4-BE49-F238E27FC236}">
                <a16:creationId xmlns:a16="http://schemas.microsoft.com/office/drawing/2014/main" id="{A4874952-6C77-1B98-0485-43FD6B9A6DBC}"/>
              </a:ext>
            </a:extLst>
          </p:cNvPr>
          <p:cNvSpPr/>
          <p:nvPr/>
        </p:nvSpPr>
        <p:spPr>
          <a:xfrm>
            <a:off x="8961813" y="4137366"/>
            <a:ext cx="707087" cy="963691"/>
          </a:xfrm>
          <a:prstGeom prst="rect">
            <a:avLst/>
          </a:prstGeom>
          <a:noFill/>
          <a:ln/>
        </p:spPr>
        <p:txBody>
          <a:bodyPr wrap="square" lIns="0" tIns="0" rIns="0" bIns="0" rtlCol="0" anchor="ctr"/>
          <a:lstStyle/>
          <a:p>
            <a:pPr marL="0" indent="0" algn="ctr">
              <a:buNone/>
            </a:pPr>
            <a:r>
              <a:rPr lang="en-US" sz="2500" dirty="0">
                <a:latin typeface="Times New Roman" panose="02020603050405020304" pitchFamily="18" charset="0"/>
                <a:cs typeface="Times New Roman" panose="02020603050405020304" pitchFamily="18" charset="0"/>
              </a:rPr>
              <a:t>5</a:t>
            </a:r>
          </a:p>
        </p:txBody>
      </p:sp>
      <p:sp>
        <p:nvSpPr>
          <p:cNvPr id="66" name="Text 18">
            <a:extLst>
              <a:ext uri="{FF2B5EF4-FFF2-40B4-BE49-F238E27FC236}">
                <a16:creationId xmlns:a16="http://schemas.microsoft.com/office/drawing/2014/main" id="{4A8404D9-B671-5791-7ABA-6308B4877D18}"/>
              </a:ext>
            </a:extLst>
          </p:cNvPr>
          <p:cNvSpPr/>
          <p:nvPr/>
        </p:nvSpPr>
        <p:spPr>
          <a:xfrm>
            <a:off x="9872961" y="4137486"/>
            <a:ext cx="700063" cy="963572"/>
          </a:xfrm>
          <a:prstGeom prst="rect">
            <a:avLst/>
          </a:prstGeom>
          <a:noFill/>
          <a:ln/>
        </p:spPr>
        <p:txBody>
          <a:bodyPr wrap="square" lIns="0" tIns="0" rIns="0" bIns="0" rtlCol="0" anchor="ctr"/>
          <a:lstStyle/>
          <a:p>
            <a:pPr marL="0" indent="0" algn="ctr">
              <a:buNone/>
            </a:pPr>
            <a:r>
              <a:rPr lang="en-US" sz="2500" dirty="0">
                <a:latin typeface="Times New Roman" panose="02020603050405020304" pitchFamily="18" charset="0"/>
                <a:cs typeface="Times New Roman" panose="02020603050405020304" pitchFamily="18" charset="0"/>
              </a:rPr>
              <a:t>6</a:t>
            </a:r>
          </a:p>
        </p:txBody>
      </p:sp>
      <p:sp>
        <p:nvSpPr>
          <p:cNvPr id="67" name="Text 18">
            <a:extLst>
              <a:ext uri="{FF2B5EF4-FFF2-40B4-BE49-F238E27FC236}">
                <a16:creationId xmlns:a16="http://schemas.microsoft.com/office/drawing/2014/main" id="{D9676CB4-F2C3-3ADC-8339-949CF54B1BA2}"/>
              </a:ext>
            </a:extLst>
          </p:cNvPr>
          <p:cNvSpPr/>
          <p:nvPr/>
        </p:nvSpPr>
        <p:spPr>
          <a:xfrm>
            <a:off x="10760335" y="4137486"/>
            <a:ext cx="707084" cy="963571"/>
          </a:xfrm>
          <a:prstGeom prst="rect">
            <a:avLst/>
          </a:prstGeom>
          <a:noFill/>
          <a:ln/>
        </p:spPr>
        <p:txBody>
          <a:bodyPr wrap="square" lIns="0" tIns="0" rIns="0" bIns="0" rtlCol="0" anchor="ctr"/>
          <a:lstStyle/>
          <a:p>
            <a:pPr marL="0" indent="0" algn="ctr">
              <a:buNone/>
            </a:pPr>
            <a:r>
              <a:rPr lang="en-US" sz="2500" dirty="0">
                <a:latin typeface="Times New Roman" panose="02020603050405020304" pitchFamily="18" charset="0"/>
                <a:cs typeface="Times New Roman" panose="02020603050405020304" pitchFamily="18" charset="0"/>
              </a:rPr>
              <a:t>7</a:t>
            </a:r>
          </a:p>
        </p:txBody>
      </p:sp>
      <p:sp>
        <p:nvSpPr>
          <p:cNvPr id="68" name="Text 18">
            <a:extLst>
              <a:ext uri="{FF2B5EF4-FFF2-40B4-BE49-F238E27FC236}">
                <a16:creationId xmlns:a16="http://schemas.microsoft.com/office/drawing/2014/main" id="{444A6B61-D31E-1359-E5C9-BAD84F2E52FC}"/>
              </a:ext>
            </a:extLst>
          </p:cNvPr>
          <p:cNvSpPr/>
          <p:nvPr/>
        </p:nvSpPr>
        <p:spPr>
          <a:xfrm>
            <a:off x="8096969" y="5247728"/>
            <a:ext cx="697171" cy="945605"/>
          </a:xfrm>
          <a:prstGeom prst="rect">
            <a:avLst/>
          </a:prstGeom>
          <a:noFill/>
          <a:ln/>
        </p:spPr>
        <p:txBody>
          <a:bodyPr wrap="square" lIns="0" tIns="0" rIns="0" bIns="0" rtlCol="0" anchor="ctr"/>
          <a:lstStyle/>
          <a:p>
            <a:pPr marL="0" indent="0" algn="ctr">
              <a:buNone/>
            </a:pPr>
            <a:r>
              <a:rPr lang="en-US" sz="2500" dirty="0">
                <a:latin typeface="Times New Roman" panose="02020603050405020304" pitchFamily="18" charset="0"/>
                <a:cs typeface="Times New Roman" panose="02020603050405020304" pitchFamily="18" charset="0"/>
              </a:rPr>
              <a:t>8</a:t>
            </a:r>
          </a:p>
        </p:txBody>
      </p:sp>
      <p:sp>
        <p:nvSpPr>
          <p:cNvPr id="69" name="Text 18">
            <a:extLst>
              <a:ext uri="{FF2B5EF4-FFF2-40B4-BE49-F238E27FC236}">
                <a16:creationId xmlns:a16="http://schemas.microsoft.com/office/drawing/2014/main" id="{798CD5FB-3CE6-06E2-08AC-F05F9336B36D}"/>
              </a:ext>
            </a:extLst>
          </p:cNvPr>
          <p:cNvSpPr/>
          <p:nvPr/>
        </p:nvSpPr>
        <p:spPr>
          <a:xfrm>
            <a:off x="8971725" y="5247728"/>
            <a:ext cx="697175" cy="945605"/>
          </a:xfrm>
          <a:prstGeom prst="rect">
            <a:avLst/>
          </a:prstGeom>
          <a:noFill/>
          <a:ln/>
        </p:spPr>
        <p:txBody>
          <a:bodyPr wrap="square" lIns="0" tIns="0" rIns="0" bIns="0" rtlCol="0" anchor="ctr"/>
          <a:lstStyle/>
          <a:p>
            <a:pPr marL="0" indent="0" algn="ctr">
              <a:buNone/>
            </a:pPr>
            <a:r>
              <a:rPr lang="en-US" sz="2500" dirty="0">
                <a:latin typeface="Times New Roman" panose="02020603050405020304" pitchFamily="18" charset="0"/>
                <a:cs typeface="Times New Roman" panose="02020603050405020304" pitchFamily="18" charset="0"/>
              </a:rPr>
              <a:t>9</a:t>
            </a:r>
          </a:p>
        </p:txBody>
      </p:sp>
      <p:sp>
        <p:nvSpPr>
          <p:cNvPr id="70" name="Text 18">
            <a:extLst>
              <a:ext uri="{FF2B5EF4-FFF2-40B4-BE49-F238E27FC236}">
                <a16:creationId xmlns:a16="http://schemas.microsoft.com/office/drawing/2014/main" id="{DC371DFF-1C7B-A3B6-0F7F-7D4E2DA49505}"/>
              </a:ext>
            </a:extLst>
          </p:cNvPr>
          <p:cNvSpPr/>
          <p:nvPr/>
        </p:nvSpPr>
        <p:spPr>
          <a:xfrm>
            <a:off x="9872961" y="5247728"/>
            <a:ext cx="716813" cy="963572"/>
          </a:xfrm>
          <a:prstGeom prst="rect">
            <a:avLst/>
          </a:prstGeom>
          <a:noFill/>
          <a:ln/>
        </p:spPr>
        <p:txBody>
          <a:bodyPr wrap="square" lIns="0" tIns="0" rIns="0" bIns="0" rtlCol="0" anchor="ctr"/>
          <a:lstStyle/>
          <a:p>
            <a:pPr marL="0" indent="0" algn="ctr">
              <a:buNone/>
            </a:pPr>
            <a:r>
              <a:rPr lang="en-US" sz="2500" dirty="0">
                <a:latin typeface="Times New Roman" panose="02020603050405020304" pitchFamily="18" charset="0"/>
                <a:cs typeface="Times New Roman" panose="02020603050405020304" pitchFamily="18" charset="0"/>
              </a:rPr>
              <a:t>10</a:t>
            </a:r>
          </a:p>
        </p:txBody>
      </p:sp>
      <p:sp>
        <p:nvSpPr>
          <p:cNvPr id="71" name="Text 18">
            <a:extLst>
              <a:ext uri="{FF2B5EF4-FFF2-40B4-BE49-F238E27FC236}">
                <a16:creationId xmlns:a16="http://schemas.microsoft.com/office/drawing/2014/main" id="{B981B4C9-F27A-C0D2-0130-8CAEF9F1C415}"/>
              </a:ext>
            </a:extLst>
          </p:cNvPr>
          <p:cNvSpPr/>
          <p:nvPr/>
        </p:nvSpPr>
        <p:spPr>
          <a:xfrm>
            <a:off x="10757447" y="5225502"/>
            <a:ext cx="699253" cy="985797"/>
          </a:xfrm>
          <a:prstGeom prst="rect">
            <a:avLst/>
          </a:prstGeom>
          <a:noFill/>
          <a:ln/>
        </p:spPr>
        <p:txBody>
          <a:bodyPr wrap="square" lIns="0" tIns="0" rIns="0" bIns="0" rtlCol="0" anchor="ctr"/>
          <a:lstStyle/>
          <a:p>
            <a:pPr marL="0" indent="0" algn="ctr">
              <a:buNone/>
            </a:pPr>
            <a:r>
              <a:rPr lang="en-US" sz="2500" dirty="0">
                <a:latin typeface="Times New Roman" panose="02020603050405020304" pitchFamily="18" charset="0"/>
                <a:cs typeface="Times New Roman" panose="02020603050405020304" pitchFamily="18" charset="0"/>
              </a:rPr>
              <a:t>11</a:t>
            </a:r>
          </a:p>
        </p:txBody>
      </p:sp>
      <p:sp>
        <p:nvSpPr>
          <p:cNvPr id="2" name="Shape 0">
            <a:extLst>
              <a:ext uri="{FF2B5EF4-FFF2-40B4-BE49-F238E27FC236}">
                <a16:creationId xmlns:a16="http://schemas.microsoft.com/office/drawing/2014/main" id="{853307B4-F091-E941-39B3-FD73892FB567}"/>
              </a:ext>
            </a:extLst>
          </p:cNvPr>
          <p:cNvSpPr/>
          <p:nvPr/>
        </p:nvSpPr>
        <p:spPr>
          <a:xfrm>
            <a:off x="-16147" y="-22568"/>
            <a:ext cx="109728" cy="6880568"/>
          </a:xfrm>
          <a:prstGeom prst="rect">
            <a:avLst/>
          </a:prstGeom>
          <a:solidFill>
            <a:srgbClr val="47D7FF"/>
          </a:solidFill>
          <a:ln w="12700">
            <a:solidFill>
              <a:srgbClr val="47D7FF">
                <a:alpha val="0"/>
              </a:srgbClr>
            </a:solidFill>
            <a:prstDash val="solid"/>
          </a:ln>
        </p:spPr>
        <p:txBody>
          <a:bodyPr/>
          <a:lstStyle/>
          <a:p>
            <a:endParaRPr lang="en-US"/>
          </a:p>
        </p:txBody>
      </p:sp>
      <p:sp>
        <p:nvSpPr>
          <p:cNvPr id="4" name="Footer Placeholder 6">
            <a:extLst>
              <a:ext uri="{FF2B5EF4-FFF2-40B4-BE49-F238E27FC236}">
                <a16:creationId xmlns:a16="http://schemas.microsoft.com/office/drawing/2014/main" id="{65F8C93F-81AE-2B71-6BA5-D3B5AEF0405B}"/>
              </a:ext>
            </a:extLst>
          </p:cNvPr>
          <p:cNvSpPr txBox="1">
            <a:spLocks/>
          </p:cNvSpPr>
          <p:nvPr/>
        </p:nvSpPr>
        <p:spPr>
          <a:xfrm>
            <a:off x="93582" y="6464808"/>
            <a:ext cx="11956069" cy="393192"/>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000" dirty="0">
                <a:solidFill>
                  <a:schemeClr val="bg1"/>
                </a:solidFill>
                <a:latin typeface="Times New Roman" panose="02020603050405020304" pitchFamily="18" charset="0"/>
                <a:cs typeface="Times New Roman" panose="02020603050405020304" pitchFamily="18" charset="0"/>
              </a:rPr>
              <a:t>Julien &amp; Jacobs                                           Data Structures 2: Final Presentation                                                    7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500" fill="hold"/>
                                        <p:tgtEl>
                                          <p:spTgt spid="9"/>
                                        </p:tgtEl>
                                        <p:attrNameLst>
                                          <p:attrName>ppt_x</p:attrName>
                                        </p:attrNameLst>
                                      </p:cBhvr>
                                      <p:tavLst>
                                        <p:tav tm="0">
                                          <p:val>
                                            <p:strVal val="0-#ppt_w/2"/>
                                          </p:val>
                                        </p:tav>
                                        <p:tav tm="100000">
                                          <p:val>
                                            <p:strVal val="#ppt_x"/>
                                          </p:val>
                                        </p:tav>
                                      </p:tavLst>
                                    </p:anim>
                                    <p:anim calcmode="lin" valueType="num">
                                      <p:cBhvr additive="base">
                                        <p:cTn id="8" dur="1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chemeClr val="tx1"/>
        </a:solidFill>
        <a:effectLst/>
      </p:bgPr>
    </p:bg>
    <p:spTree>
      <p:nvGrpSpPr>
        <p:cNvPr id="1" name=""/>
        <p:cNvGrpSpPr/>
        <p:nvPr/>
      </p:nvGrpSpPr>
      <p:grpSpPr>
        <a:xfrm>
          <a:off x="0" y="0"/>
          <a:ext cx="0" cy="0"/>
          <a:chOff x="0" y="0"/>
          <a:chExt cx="0" cy="0"/>
        </a:xfrm>
      </p:grpSpPr>
      <p:sp>
        <p:nvSpPr>
          <p:cNvPr id="6" name="Text 4"/>
          <p:cNvSpPr/>
          <p:nvPr/>
        </p:nvSpPr>
        <p:spPr>
          <a:xfrm>
            <a:off x="566928" y="393192"/>
            <a:ext cx="3108960" cy="256032"/>
          </a:xfrm>
          <a:prstGeom prst="rect">
            <a:avLst/>
          </a:prstGeom>
          <a:noFill/>
          <a:ln/>
        </p:spPr>
        <p:txBody>
          <a:bodyPr wrap="square" lIns="0" tIns="0" rIns="0" bIns="0" rtlCol="0" anchor="ctr"/>
          <a:lstStyle/>
          <a:p>
            <a:pPr marL="0" indent="0">
              <a:buNone/>
            </a:pPr>
            <a:r>
              <a:rPr lang="en-US" sz="1500" b="1" dirty="0">
                <a:solidFill>
                  <a:srgbClr val="47D7FF"/>
                </a:solidFill>
                <a:latin typeface="Times New Roman" panose="02020603050405020304" pitchFamily="18" charset="0"/>
                <a:ea typeface="Times New Roman" pitchFamily="34" charset="-122"/>
                <a:cs typeface="Times New Roman" panose="02020603050405020304" pitchFamily="18" charset="0"/>
              </a:rPr>
              <a:t>UNAVOIDABLE ISSUE</a:t>
            </a:r>
            <a:endParaRPr lang="en-US" sz="1500" dirty="0">
              <a:latin typeface="Times New Roman" panose="02020603050405020304" pitchFamily="18" charset="0"/>
              <a:cs typeface="Times New Roman" panose="02020603050405020304" pitchFamily="18" charset="0"/>
            </a:endParaRPr>
          </a:p>
        </p:txBody>
      </p:sp>
      <p:sp>
        <p:nvSpPr>
          <p:cNvPr id="7" name="Text 5"/>
          <p:cNvSpPr/>
          <p:nvPr/>
        </p:nvSpPr>
        <p:spPr>
          <a:xfrm>
            <a:off x="566928" y="658368"/>
            <a:ext cx="9875520" cy="493776"/>
          </a:xfrm>
          <a:prstGeom prst="rect">
            <a:avLst/>
          </a:prstGeom>
          <a:noFill/>
          <a:ln/>
        </p:spPr>
        <p:txBody>
          <a:bodyPr wrap="square" lIns="0" tIns="0" rIns="0" bIns="0" rtlCol="0" anchor="ctr">
            <a:normAutofit/>
          </a:bodyPr>
          <a:lstStyle/>
          <a:p>
            <a:pPr marL="0" indent="0">
              <a:buNone/>
            </a:pPr>
            <a:r>
              <a:rPr lang="en-US" sz="3000" b="1" dirty="0">
                <a:solidFill>
                  <a:schemeClr val="bg1"/>
                </a:solidFill>
                <a:latin typeface="Times New Roman" panose="02020603050405020304" pitchFamily="18" charset="0"/>
                <a:ea typeface="Times New Roman" pitchFamily="34" charset="-122"/>
                <a:cs typeface="Times New Roman" panose="02020603050405020304" pitchFamily="18" charset="0"/>
              </a:rPr>
              <a:t>Collisions</a:t>
            </a:r>
            <a:endParaRPr lang="en-US" sz="3000" dirty="0">
              <a:solidFill>
                <a:schemeClr val="bg1"/>
              </a:solidFill>
              <a:latin typeface="Times New Roman" panose="02020603050405020304" pitchFamily="18" charset="0"/>
              <a:cs typeface="Times New Roman" panose="02020603050405020304" pitchFamily="18" charset="0"/>
            </a:endParaRPr>
          </a:p>
        </p:txBody>
      </p:sp>
      <p:sp>
        <p:nvSpPr>
          <p:cNvPr id="8" name="Shape 6"/>
          <p:cNvSpPr/>
          <p:nvPr/>
        </p:nvSpPr>
        <p:spPr>
          <a:xfrm>
            <a:off x="566928" y="1261872"/>
            <a:ext cx="1051560" cy="0"/>
          </a:xfrm>
          <a:prstGeom prst="line">
            <a:avLst/>
          </a:prstGeom>
          <a:noFill/>
          <a:ln w="25400">
            <a:solidFill>
              <a:srgbClr val="47D7FF"/>
            </a:solidFill>
            <a:prstDash val="solid"/>
            <a:headEnd type="none"/>
            <a:tailEnd type="none"/>
          </a:ln>
        </p:spPr>
        <p:txBody>
          <a:bodyPr/>
          <a:lstStyle/>
          <a:p>
            <a:endParaRPr lang="en-US"/>
          </a:p>
        </p:txBody>
      </p:sp>
      <p:sp>
        <p:nvSpPr>
          <p:cNvPr id="9" name="Text 7"/>
          <p:cNvSpPr/>
          <p:nvPr/>
        </p:nvSpPr>
        <p:spPr>
          <a:xfrm>
            <a:off x="566927" y="1444751"/>
            <a:ext cx="5301437" cy="795529"/>
          </a:xfrm>
          <a:prstGeom prst="rect">
            <a:avLst/>
          </a:prstGeom>
          <a:noFill/>
          <a:ln/>
        </p:spPr>
        <p:txBody>
          <a:bodyPr wrap="square" lIns="254" tIns="254" rIns="254" bIns="254" rtlCol="0" anchor="ctr">
            <a:noAutofit/>
          </a:bodyPr>
          <a:lstStyle/>
          <a:p>
            <a:pPr marL="0" indent="0">
              <a:buNone/>
            </a:pPr>
            <a:r>
              <a:rPr lang="en-US" sz="2500" dirty="0">
                <a:solidFill>
                  <a:schemeClr val="bg1"/>
                </a:solidFill>
                <a:latin typeface="Times New Roman" panose="02020603050405020304" pitchFamily="18" charset="0"/>
                <a:ea typeface="Times New Roman" pitchFamily="34" charset="-122"/>
                <a:cs typeface="Times New Roman" panose="02020603050405020304" pitchFamily="18" charset="0"/>
              </a:rPr>
              <a:t>A collision occurs when two different keys map to the same bucket index.</a:t>
            </a:r>
            <a:endParaRPr lang="en-US" sz="2500" dirty="0">
              <a:solidFill>
                <a:schemeClr val="bg1"/>
              </a:solidFill>
              <a:latin typeface="Times New Roman" panose="02020603050405020304" pitchFamily="18" charset="0"/>
              <a:cs typeface="Times New Roman" panose="02020603050405020304" pitchFamily="18" charset="0"/>
            </a:endParaRPr>
          </a:p>
        </p:txBody>
      </p:sp>
      <p:sp>
        <p:nvSpPr>
          <p:cNvPr id="10" name="Shape 8"/>
          <p:cNvSpPr/>
          <p:nvPr/>
        </p:nvSpPr>
        <p:spPr>
          <a:xfrm>
            <a:off x="451413" y="2642504"/>
            <a:ext cx="1834587" cy="1124709"/>
          </a:xfrm>
          <a:prstGeom prst="roundRect">
            <a:avLst>
              <a:gd name="adj" fmla="val 7500"/>
            </a:avLst>
          </a:prstGeom>
          <a:solidFill>
            <a:srgbClr val="121F38"/>
          </a:solidFill>
          <a:ln w="15240">
            <a:solidFill>
              <a:srgbClr val="47D7FF">
                <a:alpha val="90000"/>
              </a:srgbClr>
            </a:solidFill>
            <a:prstDash val="solid"/>
          </a:ln>
        </p:spPr>
        <p:txBody>
          <a:bodyPr/>
          <a:lstStyle/>
          <a:p>
            <a:endParaRPr lang="en-US"/>
          </a:p>
        </p:txBody>
      </p:sp>
      <p:sp>
        <p:nvSpPr>
          <p:cNvPr id="11" name="Text 9"/>
          <p:cNvSpPr/>
          <p:nvPr/>
        </p:nvSpPr>
        <p:spPr>
          <a:xfrm>
            <a:off x="451413" y="2651647"/>
            <a:ext cx="1824763" cy="1078993"/>
          </a:xfrm>
          <a:prstGeom prst="rect">
            <a:avLst/>
          </a:prstGeom>
          <a:noFill/>
          <a:ln/>
        </p:spPr>
        <p:txBody>
          <a:bodyPr wrap="square" lIns="381" tIns="381" rIns="381" bIns="381" rtlCol="0" anchor="ctr">
            <a:noAutofit/>
          </a:bodyPr>
          <a:lstStyle/>
          <a:p>
            <a:pPr marL="0" indent="0" algn="ctr">
              <a:buNone/>
            </a:pPr>
            <a:r>
              <a:rPr lang="en-US" sz="2000" b="1" dirty="0">
                <a:solidFill>
                  <a:srgbClr val="F8FAFC"/>
                </a:solidFill>
                <a:latin typeface="Times New Roman" panose="02020603050405020304" pitchFamily="18" charset="0"/>
                <a:ea typeface="Times New Roman" pitchFamily="34" charset="-122"/>
                <a:cs typeface="Times New Roman" panose="02020603050405020304" pitchFamily="18" charset="0"/>
              </a:rPr>
              <a:t>Key A</a:t>
            </a:r>
            <a:endParaRPr lang="en-US" sz="2000" dirty="0">
              <a:latin typeface="Times New Roman" panose="02020603050405020304" pitchFamily="18" charset="0"/>
              <a:cs typeface="Times New Roman" panose="02020603050405020304" pitchFamily="18" charset="0"/>
            </a:endParaRPr>
          </a:p>
          <a:p>
            <a:pPr marL="0" indent="0" algn="ctr">
              <a:buNone/>
            </a:pPr>
            <a:r>
              <a:rPr lang="en-US" sz="2000" b="1" dirty="0">
                <a:solidFill>
                  <a:srgbClr val="F8FAFC"/>
                </a:solidFill>
                <a:latin typeface="Times New Roman" panose="02020603050405020304" pitchFamily="18" charset="0"/>
                <a:ea typeface="Times New Roman" pitchFamily="34" charset="-122"/>
                <a:cs typeface="Times New Roman" panose="02020603050405020304" pitchFamily="18" charset="0"/>
              </a:rPr>
              <a:t>"Ron"</a:t>
            </a:r>
            <a:endParaRPr lang="en-US" sz="2000" dirty="0">
              <a:latin typeface="Times New Roman" panose="02020603050405020304" pitchFamily="18" charset="0"/>
              <a:cs typeface="Times New Roman" panose="02020603050405020304" pitchFamily="18" charset="0"/>
            </a:endParaRPr>
          </a:p>
        </p:txBody>
      </p:sp>
      <p:sp>
        <p:nvSpPr>
          <p:cNvPr id="12" name="Shape 10"/>
          <p:cNvSpPr/>
          <p:nvPr/>
        </p:nvSpPr>
        <p:spPr>
          <a:xfrm>
            <a:off x="378377" y="4087313"/>
            <a:ext cx="1856695" cy="1124655"/>
          </a:xfrm>
          <a:prstGeom prst="roundRect">
            <a:avLst>
              <a:gd name="adj" fmla="val 7500"/>
            </a:avLst>
          </a:prstGeom>
          <a:solidFill>
            <a:srgbClr val="121F38"/>
          </a:solidFill>
          <a:ln w="15240">
            <a:solidFill>
              <a:srgbClr val="FF5B9A">
                <a:alpha val="90000"/>
              </a:srgbClr>
            </a:solidFill>
            <a:prstDash val="solid"/>
          </a:ln>
        </p:spPr>
        <p:txBody>
          <a:bodyPr/>
          <a:lstStyle/>
          <a:p>
            <a:endParaRPr lang="en-US"/>
          </a:p>
        </p:txBody>
      </p:sp>
      <p:sp>
        <p:nvSpPr>
          <p:cNvPr id="13" name="Text 11"/>
          <p:cNvSpPr/>
          <p:nvPr/>
        </p:nvSpPr>
        <p:spPr>
          <a:xfrm>
            <a:off x="378377" y="4087313"/>
            <a:ext cx="1843486" cy="1124655"/>
          </a:xfrm>
          <a:prstGeom prst="rect">
            <a:avLst/>
          </a:prstGeom>
          <a:noFill/>
          <a:ln/>
        </p:spPr>
        <p:txBody>
          <a:bodyPr wrap="square" lIns="381" tIns="381" rIns="381" bIns="381" rtlCol="0" anchor="ctr">
            <a:noAutofit/>
          </a:bodyPr>
          <a:lstStyle/>
          <a:p>
            <a:pPr marL="0" indent="0" algn="ctr">
              <a:buNone/>
            </a:pPr>
            <a:r>
              <a:rPr lang="en-US" sz="2000" b="1" dirty="0">
                <a:solidFill>
                  <a:srgbClr val="F8FAFC"/>
                </a:solidFill>
                <a:latin typeface="Times New Roman" panose="02020603050405020304" pitchFamily="18" charset="0"/>
                <a:ea typeface="Times New Roman" pitchFamily="34" charset="-122"/>
                <a:cs typeface="Times New Roman" panose="02020603050405020304" pitchFamily="18" charset="0"/>
              </a:rPr>
              <a:t>Key B</a:t>
            </a:r>
            <a:endParaRPr lang="en-US" sz="2000" dirty="0">
              <a:latin typeface="Times New Roman" panose="02020603050405020304" pitchFamily="18" charset="0"/>
              <a:cs typeface="Times New Roman" panose="02020603050405020304" pitchFamily="18" charset="0"/>
            </a:endParaRPr>
          </a:p>
          <a:p>
            <a:pPr marL="0" indent="0" algn="ctr">
              <a:buNone/>
            </a:pPr>
            <a:r>
              <a:rPr lang="en-US" sz="2000" b="1" dirty="0">
                <a:solidFill>
                  <a:srgbClr val="F8FAFC"/>
                </a:solidFill>
                <a:latin typeface="Times New Roman" panose="02020603050405020304" pitchFamily="18" charset="0"/>
                <a:ea typeface="Times New Roman" pitchFamily="34" charset="-122"/>
                <a:cs typeface="Times New Roman" panose="02020603050405020304" pitchFamily="18" charset="0"/>
              </a:rPr>
              <a:t>"Sam"</a:t>
            </a:r>
            <a:endParaRPr lang="en-US" sz="2000" dirty="0">
              <a:latin typeface="Times New Roman" panose="02020603050405020304" pitchFamily="18" charset="0"/>
              <a:cs typeface="Times New Roman" panose="02020603050405020304" pitchFamily="18" charset="0"/>
            </a:endParaRPr>
          </a:p>
        </p:txBody>
      </p:sp>
      <p:sp>
        <p:nvSpPr>
          <p:cNvPr id="14" name="Shape 12"/>
          <p:cNvSpPr/>
          <p:nvPr/>
        </p:nvSpPr>
        <p:spPr>
          <a:xfrm>
            <a:off x="2276176" y="3204857"/>
            <a:ext cx="942438" cy="610571"/>
          </a:xfrm>
          <a:prstGeom prst="line">
            <a:avLst/>
          </a:prstGeom>
          <a:noFill/>
          <a:ln w="27940">
            <a:solidFill>
              <a:srgbClr val="47D7FF"/>
            </a:solidFill>
            <a:prstDash val="solid"/>
            <a:headEnd type="none"/>
            <a:tailEnd type="triangle"/>
          </a:ln>
        </p:spPr>
        <p:txBody>
          <a:bodyPr/>
          <a:lstStyle/>
          <a:p>
            <a:endParaRPr lang="en-US"/>
          </a:p>
        </p:txBody>
      </p:sp>
      <p:sp>
        <p:nvSpPr>
          <p:cNvPr id="15" name="Shape 13"/>
          <p:cNvSpPr/>
          <p:nvPr/>
        </p:nvSpPr>
        <p:spPr>
          <a:xfrm flipV="1">
            <a:off x="2221863" y="4116688"/>
            <a:ext cx="996751" cy="585274"/>
          </a:xfrm>
          <a:prstGeom prst="line">
            <a:avLst/>
          </a:prstGeom>
          <a:noFill/>
          <a:ln w="27940">
            <a:solidFill>
              <a:srgbClr val="FF5B9A"/>
            </a:solidFill>
            <a:prstDash val="solid"/>
            <a:headEnd type="none"/>
            <a:tailEnd type="triangle"/>
          </a:ln>
        </p:spPr>
        <p:txBody>
          <a:bodyPr/>
          <a:lstStyle/>
          <a:p>
            <a:endParaRPr lang="en-US"/>
          </a:p>
        </p:txBody>
      </p:sp>
      <p:sp>
        <p:nvSpPr>
          <p:cNvPr id="16" name="Shape 14"/>
          <p:cNvSpPr/>
          <p:nvPr/>
        </p:nvSpPr>
        <p:spPr>
          <a:xfrm>
            <a:off x="3367741" y="3429000"/>
            <a:ext cx="1834587" cy="1129170"/>
          </a:xfrm>
          <a:prstGeom prst="roundRect">
            <a:avLst>
              <a:gd name="adj" fmla="val 6316"/>
            </a:avLst>
          </a:prstGeom>
          <a:solidFill>
            <a:srgbClr val="101A2D"/>
          </a:solidFill>
          <a:ln w="15240">
            <a:solidFill>
              <a:srgbClr val="FFD166">
                <a:alpha val="90000"/>
              </a:srgbClr>
            </a:solidFill>
            <a:prstDash val="solid"/>
          </a:ln>
        </p:spPr>
        <p:txBody>
          <a:bodyPr/>
          <a:lstStyle/>
          <a:p>
            <a:endParaRPr lang="en-US"/>
          </a:p>
        </p:txBody>
      </p:sp>
      <p:sp>
        <p:nvSpPr>
          <p:cNvPr id="17" name="Text 15"/>
          <p:cNvSpPr/>
          <p:nvPr/>
        </p:nvSpPr>
        <p:spPr>
          <a:xfrm>
            <a:off x="3352718" y="3411348"/>
            <a:ext cx="1856695" cy="1124655"/>
          </a:xfrm>
          <a:prstGeom prst="rect">
            <a:avLst/>
          </a:prstGeom>
          <a:noFill/>
          <a:ln/>
        </p:spPr>
        <p:txBody>
          <a:bodyPr wrap="square" lIns="381" tIns="381" rIns="381" bIns="381" rtlCol="0" anchor="ctr">
            <a:normAutofit/>
          </a:bodyPr>
          <a:lstStyle/>
          <a:p>
            <a:pPr marL="0" indent="0" algn="ctr">
              <a:buNone/>
            </a:pPr>
            <a:r>
              <a:rPr lang="en-US" sz="2000" b="1" dirty="0">
                <a:solidFill>
                  <a:srgbClr val="F8FAFC"/>
                </a:solidFill>
                <a:latin typeface="Times New Roman" panose="02020603050405020304" pitchFamily="18" charset="0"/>
                <a:ea typeface="Times New Roman" pitchFamily="34" charset="-122"/>
                <a:cs typeface="Times New Roman" panose="02020603050405020304" pitchFamily="18" charset="0"/>
              </a:rPr>
              <a:t>Same index</a:t>
            </a:r>
            <a:endParaRPr lang="en-US" sz="2000" dirty="0">
              <a:latin typeface="Times New Roman" panose="02020603050405020304" pitchFamily="18" charset="0"/>
              <a:cs typeface="Times New Roman" panose="02020603050405020304" pitchFamily="18" charset="0"/>
            </a:endParaRPr>
          </a:p>
          <a:p>
            <a:pPr marL="0" indent="0" algn="ctr">
              <a:buNone/>
            </a:pPr>
            <a:r>
              <a:rPr lang="en-US" sz="2000" b="1" dirty="0">
                <a:solidFill>
                  <a:srgbClr val="F8FAFC"/>
                </a:solidFill>
                <a:latin typeface="Times New Roman" panose="02020603050405020304" pitchFamily="18" charset="0"/>
                <a:ea typeface="Times New Roman" pitchFamily="34" charset="-122"/>
                <a:cs typeface="Times New Roman" panose="02020603050405020304" pitchFamily="18" charset="0"/>
              </a:rPr>
              <a:t>Bucket 3</a:t>
            </a:r>
            <a:endParaRPr lang="en-US" sz="2000" dirty="0">
              <a:latin typeface="Times New Roman" panose="02020603050405020304" pitchFamily="18" charset="0"/>
              <a:cs typeface="Times New Roman" panose="02020603050405020304" pitchFamily="18" charset="0"/>
            </a:endParaRPr>
          </a:p>
        </p:txBody>
      </p:sp>
      <p:sp>
        <p:nvSpPr>
          <p:cNvPr id="18" name="Shape 16"/>
          <p:cNvSpPr/>
          <p:nvPr/>
        </p:nvSpPr>
        <p:spPr>
          <a:xfrm>
            <a:off x="5202328" y="4026199"/>
            <a:ext cx="1143000" cy="0"/>
          </a:xfrm>
          <a:prstGeom prst="line">
            <a:avLst/>
          </a:prstGeom>
          <a:noFill/>
          <a:ln w="27940">
            <a:solidFill>
              <a:srgbClr val="FFD166"/>
            </a:solidFill>
            <a:prstDash val="solid"/>
            <a:headEnd type="none"/>
            <a:tailEnd type="triangle"/>
          </a:ln>
        </p:spPr>
        <p:txBody>
          <a:bodyPr/>
          <a:lstStyle/>
          <a:p>
            <a:endParaRPr lang="en-US"/>
          </a:p>
        </p:txBody>
      </p:sp>
      <p:sp>
        <p:nvSpPr>
          <p:cNvPr id="33" name="Text 31"/>
          <p:cNvSpPr/>
          <p:nvPr/>
        </p:nvSpPr>
        <p:spPr>
          <a:xfrm>
            <a:off x="3367740" y="5406485"/>
            <a:ext cx="8490342" cy="402336"/>
          </a:xfrm>
          <a:prstGeom prst="rect">
            <a:avLst/>
          </a:prstGeom>
          <a:noFill/>
          <a:ln/>
        </p:spPr>
        <p:txBody>
          <a:bodyPr wrap="square" lIns="0" tIns="0" rIns="0" bIns="0" rtlCol="0" anchor="ctr"/>
          <a:lstStyle/>
          <a:p>
            <a:pPr marL="0" indent="0" algn="ctr">
              <a:buNone/>
            </a:pPr>
            <a:r>
              <a:rPr lang="en-US" sz="2000" dirty="0">
                <a:solidFill>
                  <a:schemeClr val="bg1"/>
                </a:solidFill>
                <a:latin typeface="Times New Roman" panose="02020603050405020304" pitchFamily="18" charset="0"/>
                <a:cs typeface="Times New Roman" panose="02020603050405020304" pitchFamily="18" charset="0"/>
              </a:rPr>
              <a:t>Collisions are normal because possible keys outnumber available buckets.</a:t>
            </a:r>
          </a:p>
        </p:txBody>
      </p:sp>
      <p:sp>
        <p:nvSpPr>
          <p:cNvPr id="35" name="Shape 0">
            <a:extLst>
              <a:ext uri="{FF2B5EF4-FFF2-40B4-BE49-F238E27FC236}">
                <a16:creationId xmlns:a16="http://schemas.microsoft.com/office/drawing/2014/main" id="{D26F8638-21D0-729A-417D-5DFBBA84FB2E}"/>
              </a:ext>
            </a:extLst>
          </p:cNvPr>
          <p:cNvSpPr/>
          <p:nvPr/>
        </p:nvSpPr>
        <p:spPr>
          <a:xfrm>
            <a:off x="12049651" y="-22568"/>
            <a:ext cx="137160" cy="6880568"/>
          </a:xfrm>
          <a:prstGeom prst="rect">
            <a:avLst/>
          </a:prstGeom>
          <a:solidFill>
            <a:srgbClr val="47D7FF"/>
          </a:solidFill>
          <a:ln w="12700">
            <a:solidFill>
              <a:srgbClr val="47D7FF">
                <a:alpha val="0"/>
              </a:srgbClr>
            </a:solidFill>
            <a:prstDash val="solid"/>
          </a:ln>
        </p:spPr>
        <p:txBody>
          <a:bodyPr/>
          <a:lstStyle/>
          <a:p>
            <a:endParaRPr lang="en-US"/>
          </a:p>
        </p:txBody>
      </p:sp>
      <p:sp>
        <p:nvSpPr>
          <p:cNvPr id="36" name="Shape 17">
            <a:extLst>
              <a:ext uri="{FF2B5EF4-FFF2-40B4-BE49-F238E27FC236}">
                <a16:creationId xmlns:a16="http://schemas.microsoft.com/office/drawing/2014/main" id="{9AB9CBBB-B1C6-C34B-B177-D3737034B6BB}"/>
              </a:ext>
            </a:extLst>
          </p:cNvPr>
          <p:cNvSpPr/>
          <p:nvPr/>
        </p:nvSpPr>
        <p:spPr>
          <a:xfrm>
            <a:off x="6431937" y="3429000"/>
            <a:ext cx="658079" cy="1234066"/>
          </a:xfrm>
          <a:prstGeom prst="rect">
            <a:avLst/>
          </a:prstGeom>
          <a:solidFill>
            <a:srgbClr val="121F38">
              <a:alpha val="88000"/>
            </a:srgbClr>
          </a:solidFill>
          <a:ln w="8890">
            <a:solidFill>
              <a:srgbClr val="6B7895">
                <a:alpha val="55000"/>
              </a:srgbClr>
            </a:solidFill>
            <a:prstDash val="solid"/>
          </a:ln>
        </p:spPr>
        <p:txBody>
          <a:bodyPr/>
          <a:lstStyle/>
          <a:p>
            <a:endParaRPr lang="en-US"/>
          </a:p>
        </p:txBody>
      </p:sp>
      <p:sp>
        <p:nvSpPr>
          <p:cNvPr id="37" name="Shape 17">
            <a:extLst>
              <a:ext uri="{FF2B5EF4-FFF2-40B4-BE49-F238E27FC236}">
                <a16:creationId xmlns:a16="http://schemas.microsoft.com/office/drawing/2014/main" id="{925FB766-16FA-6A47-711B-4A173592FB18}"/>
              </a:ext>
            </a:extLst>
          </p:cNvPr>
          <p:cNvSpPr/>
          <p:nvPr/>
        </p:nvSpPr>
        <p:spPr>
          <a:xfrm>
            <a:off x="7230446" y="3418035"/>
            <a:ext cx="658079" cy="1234066"/>
          </a:xfrm>
          <a:prstGeom prst="rect">
            <a:avLst/>
          </a:prstGeom>
          <a:solidFill>
            <a:srgbClr val="121F38">
              <a:alpha val="88000"/>
            </a:srgbClr>
          </a:solidFill>
          <a:ln w="8890">
            <a:solidFill>
              <a:srgbClr val="6B7895">
                <a:alpha val="55000"/>
              </a:srgbClr>
            </a:solidFill>
            <a:prstDash val="solid"/>
          </a:ln>
        </p:spPr>
        <p:txBody>
          <a:bodyPr/>
          <a:lstStyle/>
          <a:p>
            <a:endParaRPr lang="en-US"/>
          </a:p>
        </p:txBody>
      </p:sp>
      <p:sp>
        <p:nvSpPr>
          <p:cNvPr id="38" name="Shape 17">
            <a:extLst>
              <a:ext uri="{FF2B5EF4-FFF2-40B4-BE49-F238E27FC236}">
                <a16:creationId xmlns:a16="http://schemas.microsoft.com/office/drawing/2014/main" id="{082EF36A-37CB-E2AC-3676-A38AB29C67DE}"/>
              </a:ext>
            </a:extLst>
          </p:cNvPr>
          <p:cNvSpPr/>
          <p:nvPr/>
        </p:nvSpPr>
        <p:spPr>
          <a:xfrm>
            <a:off x="8028955" y="3418035"/>
            <a:ext cx="658079" cy="1234066"/>
          </a:xfrm>
          <a:prstGeom prst="rect">
            <a:avLst/>
          </a:prstGeom>
          <a:solidFill>
            <a:srgbClr val="121F38">
              <a:alpha val="88000"/>
            </a:srgbClr>
          </a:solidFill>
          <a:ln w="8890">
            <a:solidFill>
              <a:srgbClr val="6B7895">
                <a:alpha val="55000"/>
              </a:srgbClr>
            </a:solidFill>
            <a:prstDash val="solid"/>
          </a:ln>
        </p:spPr>
        <p:txBody>
          <a:bodyPr/>
          <a:lstStyle/>
          <a:p>
            <a:endParaRPr lang="en-US"/>
          </a:p>
        </p:txBody>
      </p:sp>
      <p:sp>
        <p:nvSpPr>
          <p:cNvPr id="39" name="Shape 21">
            <a:extLst>
              <a:ext uri="{FF2B5EF4-FFF2-40B4-BE49-F238E27FC236}">
                <a16:creationId xmlns:a16="http://schemas.microsoft.com/office/drawing/2014/main" id="{2CA213C7-CB85-21F6-5886-DC485570B422}"/>
              </a:ext>
            </a:extLst>
          </p:cNvPr>
          <p:cNvSpPr/>
          <p:nvPr/>
        </p:nvSpPr>
        <p:spPr>
          <a:xfrm>
            <a:off x="8827464" y="3411349"/>
            <a:ext cx="658079" cy="1220204"/>
          </a:xfrm>
          <a:prstGeom prst="rect">
            <a:avLst/>
          </a:prstGeom>
          <a:solidFill>
            <a:srgbClr val="1DA7D6">
              <a:alpha val="95000"/>
            </a:srgbClr>
          </a:solidFill>
          <a:ln w="20320">
            <a:solidFill>
              <a:srgbClr val="47D7FF"/>
            </a:solidFill>
            <a:prstDash val="solid"/>
          </a:ln>
        </p:spPr>
        <p:txBody>
          <a:bodyPr/>
          <a:lstStyle/>
          <a:p>
            <a:endParaRPr lang="en-US"/>
          </a:p>
        </p:txBody>
      </p:sp>
      <p:sp>
        <p:nvSpPr>
          <p:cNvPr id="40" name="Shape 17">
            <a:extLst>
              <a:ext uri="{FF2B5EF4-FFF2-40B4-BE49-F238E27FC236}">
                <a16:creationId xmlns:a16="http://schemas.microsoft.com/office/drawing/2014/main" id="{56B39F13-722F-9048-505B-101FC9C24EC1}"/>
              </a:ext>
            </a:extLst>
          </p:cNvPr>
          <p:cNvSpPr/>
          <p:nvPr/>
        </p:nvSpPr>
        <p:spPr>
          <a:xfrm>
            <a:off x="9619648" y="3418035"/>
            <a:ext cx="658079" cy="1234066"/>
          </a:xfrm>
          <a:prstGeom prst="rect">
            <a:avLst/>
          </a:prstGeom>
          <a:solidFill>
            <a:srgbClr val="121F38">
              <a:alpha val="88000"/>
            </a:srgbClr>
          </a:solidFill>
          <a:ln w="8890">
            <a:solidFill>
              <a:srgbClr val="6B7895">
                <a:alpha val="55000"/>
              </a:srgbClr>
            </a:solidFill>
            <a:prstDash val="solid"/>
          </a:ln>
        </p:spPr>
        <p:txBody>
          <a:bodyPr/>
          <a:lstStyle/>
          <a:p>
            <a:endParaRPr lang="en-US"/>
          </a:p>
        </p:txBody>
      </p:sp>
      <p:sp>
        <p:nvSpPr>
          <p:cNvPr id="41" name="Shape 17">
            <a:extLst>
              <a:ext uri="{FF2B5EF4-FFF2-40B4-BE49-F238E27FC236}">
                <a16:creationId xmlns:a16="http://schemas.microsoft.com/office/drawing/2014/main" id="{CD98B738-BFA1-7F54-A961-5A3B543DA7BD}"/>
              </a:ext>
            </a:extLst>
          </p:cNvPr>
          <p:cNvSpPr/>
          <p:nvPr/>
        </p:nvSpPr>
        <p:spPr>
          <a:xfrm>
            <a:off x="10411832" y="3429000"/>
            <a:ext cx="658079" cy="1234066"/>
          </a:xfrm>
          <a:prstGeom prst="rect">
            <a:avLst/>
          </a:prstGeom>
          <a:solidFill>
            <a:srgbClr val="121F38">
              <a:alpha val="88000"/>
            </a:srgbClr>
          </a:solidFill>
          <a:ln w="8890">
            <a:solidFill>
              <a:srgbClr val="6B7895">
                <a:alpha val="55000"/>
              </a:srgbClr>
            </a:solidFill>
            <a:prstDash val="solid"/>
          </a:ln>
        </p:spPr>
        <p:txBody>
          <a:bodyPr/>
          <a:lstStyle/>
          <a:p>
            <a:endParaRPr lang="en-US"/>
          </a:p>
        </p:txBody>
      </p:sp>
      <p:sp>
        <p:nvSpPr>
          <p:cNvPr id="42" name="Shape 17">
            <a:extLst>
              <a:ext uri="{FF2B5EF4-FFF2-40B4-BE49-F238E27FC236}">
                <a16:creationId xmlns:a16="http://schemas.microsoft.com/office/drawing/2014/main" id="{A47C968B-E348-62A6-D0F0-C6B240546E6E}"/>
              </a:ext>
            </a:extLst>
          </p:cNvPr>
          <p:cNvSpPr/>
          <p:nvPr/>
        </p:nvSpPr>
        <p:spPr>
          <a:xfrm>
            <a:off x="11200003" y="3429000"/>
            <a:ext cx="658079" cy="1234066"/>
          </a:xfrm>
          <a:prstGeom prst="rect">
            <a:avLst/>
          </a:prstGeom>
          <a:solidFill>
            <a:srgbClr val="121F38">
              <a:alpha val="88000"/>
            </a:srgbClr>
          </a:solidFill>
          <a:ln w="8890">
            <a:solidFill>
              <a:srgbClr val="6B7895">
                <a:alpha val="55000"/>
              </a:srgbClr>
            </a:solidFill>
            <a:prstDash val="solid"/>
          </a:ln>
        </p:spPr>
        <p:txBody>
          <a:bodyPr/>
          <a:lstStyle/>
          <a:p>
            <a:endParaRPr lang="en-US"/>
          </a:p>
        </p:txBody>
      </p:sp>
      <p:sp>
        <p:nvSpPr>
          <p:cNvPr id="43" name="Text 18">
            <a:extLst>
              <a:ext uri="{FF2B5EF4-FFF2-40B4-BE49-F238E27FC236}">
                <a16:creationId xmlns:a16="http://schemas.microsoft.com/office/drawing/2014/main" id="{A4F8F4AC-A1F9-64F6-2ECB-BC0E00171455}"/>
              </a:ext>
            </a:extLst>
          </p:cNvPr>
          <p:cNvSpPr/>
          <p:nvPr/>
        </p:nvSpPr>
        <p:spPr>
          <a:xfrm>
            <a:off x="6525838" y="3791071"/>
            <a:ext cx="466344" cy="493776"/>
          </a:xfrm>
          <a:prstGeom prst="rect">
            <a:avLst/>
          </a:prstGeom>
          <a:noFill/>
          <a:ln/>
        </p:spPr>
        <p:txBody>
          <a:bodyPr wrap="square" lIns="0" tIns="0" rIns="0" bIns="0" rtlCol="0" anchor="ctr"/>
          <a:lstStyle/>
          <a:p>
            <a:pPr marL="0" indent="0" algn="ctr">
              <a:buNone/>
            </a:pPr>
            <a:r>
              <a:rPr lang="en-US" sz="2500" dirty="0">
                <a:latin typeface="Times New Roman" panose="02020603050405020304" pitchFamily="18" charset="0"/>
                <a:ea typeface="Times New Roman" pitchFamily="34" charset="-122"/>
                <a:cs typeface="Times New Roman" panose="02020603050405020304" pitchFamily="18" charset="0"/>
              </a:rPr>
              <a:t>0</a:t>
            </a:r>
            <a:endParaRPr lang="en-US" sz="2500" dirty="0">
              <a:latin typeface="Times New Roman" panose="02020603050405020304" pitchFamily="18" charset="0"/>
              <a:cs typeface="Times New Roman" panose="02020603050405020304" pitchFamily="18" charset="0"/>
            </a:endParaRPr>
          </a:p>
        </p:txBody>
      </p:sp>
      <p:sp>
        <p:nvSpPr>
          <p:cNvPr id="44" name="Text 18">
            <a:extLst>
              <a:ext uri="{FF2B5EF4-FFF2-40B4-BE49-F238E27FC236}">
                <a16:creationId xmlns:a16="http://schemas.microsoft.com/office/drawing/2014/main" id="{914FFF54-4274-F7EB-AE42-7657D1F40860}"/>
              </a:ext>
            </a:extLst>
          </p:cNvPr>
          <p:cNvSpPr/>
          <p:nvPr/>
        </p:nvSpPr>
        <p:spPr>
          <a:xfrm>
            <a:off x="7319222" y="3791071"/>
            <a:ext cx="466344" cy="493776"/>
          </a:xfrm>
          <a:prstGeom prst="rect">
            <a:avLst/>
          </a:prstGeom>
          <a:noFill/>
          <a:ln/>
        </p:spPr>
        <p:txBody>
          <a:bodyPr wrap="square" lIns="0" tIns="0" rIns="0" bIns="0" rtlCol="0" anchor="ctr"/>
          <a:lstStyle/>
          <a:p>
            <a:pPr marL="0" indent="0" algn="ctr">
              <a:buNone/>
            </a:pPr>
            <a:r>
              <a:rPr lang="en-US" sz="2500" dirty="0">
                <a:latin typeface="Times New Roman" panose="02020603050405020304" pitchFamily="18" charset="0"/>
                <a:cs typeface="Times New Roman" panose="02020603050405020304" pitchFamily="18" charset="0"/>
              </a:rPr>
              <a:t>1</a:t>
            </a:r>
          </a:p>
        </p:txBody>
      </p:sp>
      <p:sp>
        <p:nvSpPr>
          <p:cNvPr id="45" name="Text 18">
            <a:extLst>
              <a:ext uri="{FF2B5EF4-FFF2-40B4-BE49-F238E27FC236}">
                <a16:creationId xmlns:a16="http://schemas.microsoft.com/office/drawing/2014/main" id="{D2B697C9-6923-DB39-5442-21A783BB57F4}"/>
              </a:ext>
            </a:extLst>
          </p:cNvPr>
          <p:cNvSpPr/>
          <p:nvPr/>
        </p:nvSpPr>
        <p:spPr>
          <a:xfrm>
            <a:off x="8112606" y="3791071"/>
            <a:ext cx="466344" cy="493776"/>
          </a:xfrm>
          <a:prstGeom prst="rect">
            <a:avLst/>
          </a:prstGeom>
          <a:noFill/>
          <a:ln/>
        </p:spPr>
        <p:txBody>
          <a:bodyPr wrap="square" lIns="0" tIns="0" rIns="0" bIns="0" rtlCol="0" anchor="ctr"/>
          <a:lstStyle/>
          <a:p>
            <a:pPr marL="0" indent="0" algn="ctr">
              <a:buNone/>
            </a:pPr>
            <a:r>
              <a:rPr lang="en-US" sz="2500" dirty="0">
                <a:latin typeface="Times New Roman" panose="02020603050405020304" pitchFamily="18" charset="0"/>
                <a:cs typeface="Times New Roman" panose="02020603050405020304" pitchFamily="18" charset="0"/>
              </a:rPr>
              <a:t>2</a:t>
            </a:r>
          </a:p>
        </p:txBody>
      </p:sp>
      <p:sp>
        <p:nvSpPr>
          <p:cNvPr id="46" name="Text 18">
            <a:extLst>
              <a:ext uri="{FF2B5EF4-FFF2-40B4-BE49-F238E27FC236}">
                <a16:creationId xmlns:a16="http://schemas.microsoft.com/office/drawing/2014/main" id="{9CD0CAFD-9CB3-39A4-F237-983063D3F484}"/>
              </a:ext>
            </a:extLst>
          </p:cNvPr>
          <p:cNvSpPr/>
          <p:nvPr/>
        </p:nvSpPr>
        <p:spPr>
          <a:xfrm>
            <a:off x="8905990" y="3791071"/>
            <a:ext cx="466344" cy="493776"/>
          </a:xfrm>
          <a:prstGeom prst="rect">
            <a:avLst/>
          </a:prstGeom>
          <a:noFill/>
          <a:ln/>
        </p:spPr>
        <p:txBody>
          <a:bodyPr wrap="square" lIns="0" tIns="0" rIns="0" bIns="0" rtlCol="0" anchor="ctr"/>
          <a:lstStyle/>
          <a:p>
            <a:pPr marL="0" indent="0" algn="ctr">
              <a:buNone/>
            </a:pPr>
            <a:r>
              <a:rPr lang="en-US" sz="2500" dirty="0">
                <a:latin typeface="Times New Roman" panose="02020603050405020304" pitchFamily="18" charset="0"/>
                <a:cs typeface="Times New Roman" panose="02020603050405020304" pitchFamily="18" charset="0"/>
              </a:rPr>
              <a:t>3</a:t>
            </a:r>
          </a:p>
        </p:txBody>
      </p:sp>
      <p:sp>
        <p:nvSpPr>
          <p:cNvPr id="47" name="Text 18">
            <a:extLst>
              <a:ext uri="{FF2B5EF4-FFF2-40B4-BE49-F238E27FC236}">
                <a16:creationId xmlns:a16="http://schemas.microsoft.com/office/drawing/2014/main" id="{D97E1E44-C236-E860-0EA5-704D0823C439}"/>
              </a:ext>
            </a:extLst>
          </p:cNvPr>
          <p:cNvSpPr/>
          <p:nvPr/>
        </p:nvSpPr>
        <p:spPr>
          <a:xfrm>
            <a:off x="9699374" y="3791071"/>
            <a:ext cx="466344" cy="493776"/>
          </a:xfrm>
          <a:prstGeom prst="rect">
            <a:avLst/>
          </a:prstGeom>
          <a:noFill/>
          <a:ln/>
        </p:spPr>
        <p:txBody>
          <a:bodyPr wrap="square" lIns="0" tIns="0" rIns="0" bIns="0" rtlCol="0" anchor="ctr"/>
          <a:lstStyle/>
          <a:p>
            <a:pPr marL="0" indent="0" algn="ctr">
              <a:buNone/>
            </a:pPr>
            <a:r>
              <a:rPr lang="en-US" sz="2500" dirty="0">
                <a:latin typeface="Times New Roman" panose="02020603050405020304" pitchFamily="18" charset="0"/>
                <a:cs typeface="Times New Roman" panose="02020603050405020304" pitchFamily="18" charset="0"/>
              </a:rPr>
              <a:t>4</a:t>
            </a:r>
          </a:p>
        </p:txBody>
      </p:sp>
      <p:sp>
        <p:nvSpPr>
          <p:cNvPr id="48" name="Text 18">
            <a:extLst>
              <a:ext uri="{FF2B5EF4-FFF2-40B4-BE49-F238E27FC236}">
                <a16:creationId xmlns:a16="http://schemas.microsoft.com/office/drawing/2014/main" id="{2B3CB5B2-0ACF-7FC9-329C-8CB6D6C17407}"/>
              </a:ext>
            </a:extLst>
          </p:cNvPr>
          <p:cNvSpPr/>
          <p:nvPr/>
        </p:nvSpPr>
        <p:spPr>
          <a:xfrm>
            <a:off x="10492758" y="3791071"/>
            <a:ext cx="466344" cy="493776"/>
          </a:xfrm>
          <a:prstGeom prst="rect">
            <a:avLst/>
          </a:prstGeom>
          <a:noFill/>
          <a:ln/>
        </p:spPr>
        <p:txBody>
          <a:bodyPr wrap="square" lIns="0" tIns="0" rIns="0" bIns="0" rtlCol="0" anchor="ctr"/>
          <a:lstStyle/>
          <a:p>
            <a:pPr marL="0" indent="0" algn="ctr">
              <a:buNone/>
            </a:pPr>
            <a:r>
              <a:rPr lang="en-US" sz="2500" dirty="0">
                <a:latin typeface="Times New Roman" panose="02020603050405020304" pitchFamily="18" charset="0"/>
                <a:cs typeface="Times New Roman" panose="02020603050405020304" pitchFamily="18" charset="0"/>
              </a:rPr>
              <a:t>5</a:t>
            </a:r>
          </a:p>
        </p:txBody>
      </p:sp>
      <p:sp>
        <p:nvSpPr>
          <p:cNvPr id="49" name="Text 18">
            <a:extLst>
              <a:ext uri="{FF2B5EF4-FFF2-40B4-BE49-F238E27FC236}">
                <a16:creationId xmlns:a16="http://schemas.microsoft.com/office/drawing/2014/main" id="{E562BE72-2CF4-F6FF-B40C-8938FF33D171}"/>
              </a:ext>
            </a:extLst>
          </p:cNvPr>
          <p:cNvSpPr/>
          <p:nvPr/>
        </p:nvSpPr>
        <p:spPr>
          <a:xfrm>
            <a:off x="11286142" y="3791071"/>
            <a:ext cx="466344" cy="493776"/>
          </a:xfrm>
          <a:prstGeom prst="rect">
            <a:avLst/>
          </a:prstGeom>
          <a:noFill/>
          <a:ln/>
        </p:spPr>
        <p:txBody>
          <a:bodyPr wrap="square" lIns="0" tIns="0" rIns="0" bIns="0" rtlCol="0" anchor="ctr"/>
          <a:lstStyle/>
          <a:p>
            <a:pPr marL="0" indent="0" algn="ctr">
              <a:buNone/>
            </a:pPr>
            <a:r>
              <a:rPr lang="en-US" sz="2500" dirty="0">
                <a:latin typeface="Times New Roman" panose="02020603050405020304" pitchFamily="18" charset="0"/>
                <a:cs typeface="Times New Roman" panose="02020603050405020304" pitchFamily="18" charset="0"/>
              </a:rPr>
              <a:t>6</a:t>
            </a:r>
          </a:p>
        </p:txBody>
      </p:sp>
      <p:sp>
        <p:nvSpPr>
          <p:cNvPr id="50" name="Shape 0">
            <a:extLst>
              <a:ext uri="{FF2B5EF4-FFF2-40B4-BE49-F238E27FC236}">
                <a16:creationId xmlns:a16="http://schemas.microsoft.com/office/drawing/2014/main" id="{A63377EE-D5AE-6D58-2A1F-A6BC9D9F567A}"/>
              </a:ext>
            </a:extLst>
          </p:cNvPr>
          <p:cNvSpPr/>
          <p:nvPr/>
        </p:nvSpPr>
        <p:spPr>
          <a:xfrm>
            <a:off x="-16147" y="-22568"/>
            <a:ext cx="109728" cy="6880568"/>
          </a:xfrm>
          <a:prstGeom prst="rect">
            <a:avLst/>
          </a:prstGeom>
          <a:solidFill>
            <a:srgbClr val="47D7FF"/>
          </a:solidFill>
          <a:ln w="12700">
            <a:solidFill>
              <a:srgbClr val="47D7FF">
                <a:alpha val="0"/>
              </a:srgbClr>
            </a:solidFill>
            <a:prstDash val="solid"/>
          </a:ln>
        </p:spPr>
        <p:txBody>
          <a:bodyPr/>
          <a:lstStyle/>
          <a:p>
            <a:endParaRPr lang="en-US"/>
          </a:p>
        </p:txBody>
      </p:sp>
      <p:sp>
        <p:nvSpPr>
          <p:cNvPr id="3" name="Footer Placeholder 6">
            <a:extLst>
              <a:ext uri="{FF2B5EF4-FFF2-40B4-BE49-F238E27FC236}">
                <a16:creationId xmlns:a16="http://schemas.microsoft.com/office/drawing/2014/main" id="{F48C2BC0-67F3-B01B-E9BE-A70889331472}"/>
              </a:ext>
            </a:extLst>
          </p:cNvPr>
          <p:cNvSpPr txBox="1">
            <a:spLocks/>
          </p:cNvSpPr>
          <p:nvPr/>
        </p:nvSpPr>
        <p:spPr>
          <a:xfrm>
            <a:off x="93582" y="6464808"/>
            <a:ext cx="11956069" cy="393192"/>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000" dirty="0">
                <a:solidFill>
                  <a:schemeClr val="bg1"/>
                </a:solidFill>
                <a:latin typeface="Times New Roman" panose="02020603050405020304" pitchFamily="18" charset="0"/>
                <a:cs typeface="Times New Roman" panose="02020603050405020304" pitchFamily="18" charset="0"/>
              </a:rPr>
              <a:t>Julien &amp; Jacobs                                           Data Structures 2: Final Presentation                                                    8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500" fill="hold"/>
                                        <p:tgtEl>
                                          <p:spTgt spid="9"/>
                                        </p:tgtEl>
                                        <p:attrNameLst>
                                          <p:attrName>ppt_x</p:attrName>
                                        </p:attrNameLst>
                                      </p:cBhvr>
                                      <p:tavLst>
                                        <p:tav tm="0">
                                          <p:val>
                                            <p:strVal val="0-#ppt_w/2"/>
                                          </p:val>
                                        </p:tav>
                                        <p:tav tm="100000">
                                          <p:val>
                                            <p:strVal val="#ppt_x"/>
                                          </p:val>
                                        </p:tav>
                                      </p:tavLst>
                                    </p:anim>
                                    <p:anim calcmode="lin" valueType="num">
                                      <p:cBhvr additive="base">
                                        <p:cTn id="8" dur="1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chemeClr val="tx1"/>
        </a:solidFill>
        <a:effectLst/>
      </p:bgPr>
    </p:bg>
    <p:spTree>
      <p:nvGrpSpPr>
        <p:cNvPr id="1" name=""/>
        <p:cNvGrpSpPr/>
        <p:nvPr/>
      </p:nvGrpSpPr>
      <p:grpSpPr>
        <a:xfrm>
          <a:off x="0" y="0"/>
          <a:ext cx="0" cy="0"/>
          <a:chOff x="0" y="0"/>
          <a:chExt cx="0" cy="0"/>
        </a:xfrm>
      </p:grpSpPr>
      <p:sp>
        <p:nvSpPr>
          <p:cNvPr id="6" name="Text 4"/>
          <p:cNvSpPr/>
          <p:nvPr/>
        </p:nvSpPr>
        <p:spPr>
          <a:xfrm>
            <a:off x="566928" y="393192"/>
            <a:ext cx="3108960" cy="256032"/>
          </a:xfrm>
          <a:prstGeom prst="rect">
            <a:avLst/>
          </a:prstGeom>
          <a:noFill/>
          <a:ln/>
        </p:spPr>
        <p:txBody>
          <a:bodyPr wrap="square" lIns="0" tIns="0" rIns="0" bIns="0" rtlCol="0" anchor="ctr"/>
          <a:lstStyle/>
          <a:p>
            <a:pPr marL="0" indent="0">
              <a:buNone/>
            </a:pPr>
            <a:r>
              <a:rPr lang="en-US" sz="1500" b="1" dirty="0">
                <a:solidFill>
                  <a:srgbClr val="47D7FF"/>
                </a:solidFill>
                <a:latin typeface="Times New Roman" panose="02020603050405020304" pitchFamily="18" charset="0"/>
                <a:ea typeface="Times New Roman" pitchFamily="34" charset="-122"/>
                <a:cs typeface="Times New Roman" panose="02020603050405020304" pitchFamily="18" charset="0"/>
              </a:rPr>
              <a:t>RESOLUTION STRATEGIES</a:t>
            </a:r>
            <a:endParaRPr lang="en-US" sz="1500" dirty="0">
              <a:latin typeface="Times New Roman" panose="02020603050405020304" pitchFamily="18" charset="0"/>
              <a:cs typeface="Times New Roman" panose="02020603050405020304" pitchFamily="18" charset="0"/>
            </a:endParaRPr>
          </a:p>
        </p:txBody>
      </p:sp>
      <p:sp>
        <p:nvSpPr>
          <p:cNvPr id="7" name="Text 5"/>
          <p:cNvSpPr/>
          <p:nvPr/>
        </p:nvSpPr>
        <p:spPr>
          <a:xfrm>
            <a:off x="566928" y="658368"/>
            <a:ext cx="9875520" cy="493776"/>
          </a:xfrm>
          <a:prstGeom prst="rect">
            <a:avLst/>
          </a:prstGeom>
          <a:noFill/>
          <a:ln/>
        </p:spPr>
        <p:txBody>
          <a:bodyPr wrap="square" lIns="0" tIns="0" rIns="0" bIns="0" rtlCol="0" anchor="ctr">
            <a:normAutofit/>
          </a:bodyPr>
          <a:lstStyle/>
          <a:p>
            <a:pPr marL="0" indent="0">
              <a:buNone/>
            </a:pPr>
            <a:r>
              <a:rPr lang="en-US" sz="3000" b="1" dirty="0">
                <a:solidFill>
                  <a:schemeClr val="bg1"/>
                </a:solidFill>
                <a:latin typeface="Times New Roman" panose="02020603050405020304" pitchFamily="18" charset="0"/>
                <a:ea typeface="Times New Roman" pitchFamily="34" charset="-122"/>
                <a:cs typeface="Times New Roman" panose="02020603050405020304" pitchFamily="18" charset="0"/>
              </a:rPr>
              <a:t>Collision Handling</a:t>
            </a:r>
            <a:endParaRPr lang="en-US" sz="3000" dirty="0">
              <a:solidFill>
                <a:schemeClr val="bg1"/>
              </a:solidFill>
              <a:latin typeface="Times New Roman" panose="02020603050405020304" pitchFamily="18" charset="0"/>
              <a:cs typeface="Times New Roman" panose="02020603050405020304" pitchFamily="18" charset="0"/>
            </a:endParaRPr>
          </a:p>
        </p:txBody>
      </p:sp>
      <p:sp>
        <p:nvSpPr>
          <p:cNvPr id="8" name="Shape 6"/>
          <p:cNvSpPr/>
          <p:nvPr/>
        </p:nvSpPr>
        <p:spPr>
          <a:xfrm>
            <a:off x="566928" y="1261872"/>
            <a:ext cx="1051560" cy="0"/>
          </a:xfrm>
          <a:prstGeom prst="line">
            <a:avLst/>
          </a:prstGeom>
          <a:noFill/>
          <a:ln w="25400">
            <a:solidFill>
              <a:srgbClr val="47D7FF"/>
            </a:solidFill>
            <a:prstDash val="solid"/>
            <a:headEnd type="none"/>
            <a:tailEnd type="none"/>
          </a:ln>
        </p:spPr>
        <p:txBody>
          <a:bodyPr/>
          <a:lstStyle/>
          <a:p>
            <a:endParaRPr lang="en-US"/>
          </a:p>
        </p:txBody>
      </p:sp>
      <p:sp>
        <p:nvSpPr>
          <p:cNvPr id="9" name="Text 7"/>
          <p:cNvSpPr/>
          <p:nvPr/>
        </p:nvSpPr>
        <p:spPr>
          <a:xfrm>
            <a:off x="566927" y="1444751"/>
            <a:ext cx="5309747" cy="1193057"/>
          </a:xfrm>
          <a:prstGeom prst="rect">
            <a:avLst/>
          </a:prstGeom>
          <a:noFill/>
          <a:ln/>
        </p:spPr>
        <p:txBody>
          <a:bodyPr wrap="square" lIns="254" tIns="254" rIns="254" bIns="254" rtlCol="0" anchor="ctr">
            <a:noAutofit/>
          </a:bodyPr>
          <a:lstStyle/>
          <a:p>
            <a:pPr marL="0" indent="0">
              <a:buNone/>
            </a:pPr>
            <a:r>
              <a:rPr lang="en-US" sz="2500" dirty="0">
                <a:solidFill>
                  <a:schemeClr val="bg1"/>
                </a:solidFill>
                <a:latin typeface="Times New Roman" panose="02020603050405020304" pitchFamily="18" charset="0"/>
                <a:ea typeface="Times New Roman" pitchFamily="34" charset="-122"/>
                <a:cs typeface="Times New Roman" panose="02020603050405020304" pitchFamily="18" charset="0"/>
              </a:rPr>
              <a:t>Hash tables use specific strategies, so collisions do not break storage or lookup.</a:t>
            </a:r>
            <a:endParaRPr lang="en-US" sz="2500" dirty="0">
              <a:solidFill>
                <a:schemeClr val="bg1"/>
              </a:solidFill>
              <a:latin typeface="Times New Roman" panose="02020603050405020304" pitchFamily="18" charset="0"/>
              <a:cs typeface="Times New Roman" panose="02020603050405020304" pitchFamily="18" charset="0"/>
            </a:endParaRPr>
          </a:p>
        </p:txBody>
      </p:sp>
      <p:sp>
        <p:nvSpPr>
          <p:cNvPr id="10" name="Text 8"/>
          <p:cNvSpPr/>
          <p:nvPr/>
        </p:nvSpPr>
        <p:spPr>
          <a:xfrm>
            <a:off x="871463" y="2722039"/>
            <a:ext cx="4592633" cy="411479"/>
          </a:xfrm>
          <a:prstGeom prst="rect">
            <a:avLst/>
          </a:prstGeom>
          <a:noFill/>
          <a:ln/>
        </p:spPr>
        <p:txBody>
          <a:bodyPr wrap="square" lIns="0" tIns="0" rIns="0" bIns="0" rtlCol="0" anchor="ctr"/>
          <a:lstStyle/>
          <a:p>
            <a:pPr marL="0" indent="0" algn="ctr">
              <a:buNone/>
            </a:pPr>
            <a:r>
              <a:rPr lang="en-US" sz="2500" b="1" dirty="0">
                <a:solidFill>
                  <a:srgbClr val="47D7FF"/>
                </a:solidFill>
                <a:latin typeface="Times New Roman" panose="02020603050405020304" pitchFamily="18" charset="0"/>
                <a:cs typeface="Times New Roman" panose="02020603050405020304" pitchFamily="18" charset="0"/>
              </a:rPr>
              <a:t>Separate chaining</a:t>
            </a:r>
            <a:endParaRPr lang="en-US" sz="2500" dirty="0">
              <a:latin typeface="Times New Roman" panose="02020603050405020304" pitchFamily="18" charset="0"/>
              <a:cs typeface="Times New Roman" panose="02020603050405020304" pitchFamily="18" charset="0"/>
            </a:endParaRPr>
          </a:p>
        </p:txBody>
      </p:sp>
      <p:sp>
        <p:nvSpPr>
          <p:cNvPr id="21" name="Shape 19"/>
          <p:cNvSpPr/>
          <p:nvPr/>
        </p:nvSpPr>
        <p:spPr>
          <a:xfrm>
            <a:off x="3127393" y="4653014"/>
            <a:ext cx="0" cy="438912"/>
          </a:xfrm>
          <a:prstGeom prst="line">
            <a:avLst/>
          </a:prstGeom>
          <a:noFill/>
          <a:ln w="27940">
            <a:solidFill>
              <a:srgbClr val="47D7FF"/>
            </a:solidFill>
            <a:prstDash val="solid"/>
            <a:headEnd type="none"/>
            <a:tailEnd type="triangle"/>
          </a:ln>
        </p:spPr>
        <p:txBody>
          <a:bodyPr/>
          <a:lstStyle/>
          <a:p>
            <a:endParaRPr lang="en-US"/>
          </a:p>
        </p:txBody>
      </p:sp>
      <p:sp>
        <p:nvSpPr>
          <p:cNvPr id="22" name="Shape 20"/>
          <p:cNvSpPr/>
          <p:nvPr/>
        </p:nvSpPr>
        <p:spPr>
          <a:xfrm>
            <a:off x="2461119" y="5149537"/>
            <a:ext cx="411480" cy="411480"/>
          </a:xfrm>
          <a:prstGeom prst="roundRect">
            <a:avLst>
              <a:gd name="adj" fmla="val 13333"/>
            </a:avLst>
          </a:prstGeom>
          <a:solidFill>
            <a:srgbClr val="121F38"/>
          </a:solidFill>
          <a:ln w="15240">
            <a:solidFill>
              <a:srgbClr val="47D7FF">
                <a:alpha val="90000"/>
              </a:srgbClr>
            </a:solidFill>
            <a:prstDash val="solid"/>
          </a:ln>
        </p:spPr>
        <p:txBody>
          <a:bodyPr/>
          <a:lstStyle/>
          <a:p>
            <a:endParaRPr lang="en-US"/>
          </a:p>
        </p:txBody>
      </p:sp>
      <p:sp>
        <p:nvSpPr>
          <p:cNvPr id="23" name="Text 21"/>
          <p:cNvSpPr/>
          <p:nvPr/>
        </p:nvSpPr>
        <p:spPr>
          <a:xfrm>
            <a:off x="2529571" y="5213545"/>
            <a:ext cx="265176" cy="283464"/>
          </a:xfrm>
          <a:prstGeom prst="rect">
            <a:avLst/>
          </a:prstGeom>
          <a:noFill/>
          <a:ln/>
        </p:spPr>
        <p:txBody>
          <a:bodyPr wrap="square" lIns="381" tIns="381" rIns="381" bIns="381" rtlCol="0" anchor="ctr">
            <a:normAutofit/>
          </a:bodyPr>
          <a:lstStyle/>
          <a:p>
            <a:pPr marL="0" indent="0" algn="ctr">
              <a:buNone/>
            </a:pPr>
            <a:r>
              <a:rPr lang="en-US" sz="1300" b="1" dirty="0">
                <a:solidFill>
                  <a:srgbClr val="F8FAFC"/>
                </a:solidFill>
                <a:latin typeface="Times New Roman" pitchFamily="34" charset="0"/>
                <a:ea typeface="Times New Roman" pitchFamily="34" charset="-122"/>
                <a:cs typeface="Times New Roman" pitchFamily="34" charset="-120"/>
              </a:rPr>
              <a:t>A</a:t>
            </a:r>
            <a:endParaRPr lang="en-US" sz="1300" dirty="0"/>
          </a:p>
        </p:txBody>
      </p:sp>
      <p:sp>
        <p:nvSpPr>
          <p:cNvPr id="24" name="Shape 22"/>
          <p:cNvSpPr/>
          <p:nvPr/>
        </p:nvSpPr>
        <p:spPr>
          <a:xfrm>
            <a:off x="2916259" y="5151600"/>
            <a:ext cx="411480" cy="411480"/>
          </a:xfrm>
          <a:prstGeom prst="roundRect">
            <a:avLst>
              <a:gd name="adj" fmla="val 13333"/>
            </a:avLst>
          </a:prstGeom>
          <a:solidFill>
            <a:srgbClr val="121F38"/>
          </a:solidFill>
          <a:ln w="15240">
            <a:solidFill>
              <a:srgbClr val="47D7FF">
                <a:alpha val="90000"/>
              </a:srgbClr>
            </a:solidFill>
            <a:prstDash val="solid"/>
          </a:ln>
        </p:spPr>
        <p:txBody>
          <a:bodyPr/>
          <a:lstStyle/>
          <a:p>
            <a:endParaRPr lang="en-US"/>
          </a:p>
        </p:txBody>
      </p:sp>
      <p:sp>
        <p:nvSpPr>
          <p:cNvPr id="25" name="Text 23"/>
          <p:cNvSpPr/>
          <p:nvPr/>
        </p:nvSpPr>
        <p:spPr>
          <a:xfrm>
            <a:off x="2988193" y="5210161"/>
            <a:ext cx="265176" cy="283464"/>
          </a:xfrm>
          <a:prstGeom prst="rect">
            <a:avLst/>
          </a:prstGeom>
          <a:noFill/>
          <a:ln/>
        </p:spPr>
        <p:txBody>
          <a:bodyPr wrap="square" lIns="381" tIns="381" rIns="381" bIns="381" rtlCol="0" anchor="ctr">
            <a:normAutofit/>
          </a:bodyPr>
          <a:lstStyle/>
          <a:p>
            <a:pPr marL="0" indent="0" algn="ctr">
              <a:buNone/>
            </a:pPr>
            <a:r>
              <a:rPr lang="en-US" sz="1300" b="1" dirty="0">
                <a:solidFill>
                  <a:srgbClr val="F8FAFC"/>
                </a:solidFill>
                <a:latin typeface="Times New Roman" pitchFamily="34" charset="0"/>
                <a:ea typeface="Times New Roman" pitchFamily="34" charset="-122"/>
                <a:cs typeface="Times New Roman" pitchFamily="34" charset="-120"/>
              </a:rPr>
              <a:t>B</a:t>
            </a:r>
            <a:endParaRPr lang="en-US" sz="1300" dirty="0"/>
          </a:p>
        </p:txBody>
      </p:sp>
      <p:sp>
        <p:nvSpPr>
          <p:cNvPr id="26" name="Shape 24"/>
          <p:cNvSpPr/>
          <p:nvPr/>
        </p:nvSpPr>
        <p:spPr>
          <a:xfrm>
            <a:off x="3403663" y="5152644"/>
            <a:ext cx="411480" cy="411480"/>
          </a:xfrm>
          <a:prstGeom prst="roundRect">
            <a:avLst>
              <a:gd name="adj" fmla="val 13333"/>
            </a:avLst>
          </a:prstGeom>
          <a:solidFill>
            <a:srgbClr val="121F38"/>
          </a:solidFill>
          <a:ln w="15240">
            <a:solidFill>
              <a:srgbClr val="47D7FF">
                <a:alpha val="90000"/>
              </a:srgbClr>
            </a:solidFill>
            <a:prstDash val="solid"/>
          </a:ln>
        </p:spPr>
        <p:txBody>
          <a:bodyPr/>
          <a:lstStyle/>
          <a:p>
            <a:endParaRPr lang="en-US"/>
          </a:p>
        </p:txBody>
      </p:sp>
      <p:sp>
        <p:nvSpPr>
          <p:cNvPr id="27" name="Text 25"/>
          <p:cNvSpPr/>
          <p:nvPr/>
        </p:nvSpPr>
        <p:spPr>
          <a:xfrm>
            <a:off x="3465128" y="5223913"/>
            <a:ext cx="265176" cy="283464"/>
          </a:xfrm>
          <a:prstGeom prst="rect">
            <a:avLst/>
          </a:prstGeom>
          <a:noFill/>
          <a:ln/>
        </p:spPr>
        <p:txBody>
          <a:bodyPr wrap="square" lIns="381" tIns="381" rIns="381" bIns="381" rtlCol="0" anchor="ctr">
            <a:normAutofit/>
          </a:bodyPr>
          <a:lstStyle/>
          <a:p>
            <a:pPr marL="0" indent="0" algn="ctr">
              <a:buNone/>
            </a:pPr>
            <a:r>
              <a:rPr lang="en-US" sz="1300" b="1" dirty="0">
                <a:solidFill>
                  <a:srgbClr val="F8FAFC"/>
                </a:solidFill>
                <a:latin typeface="Times New Roman" pitchFamily="34" charset="0"/>
                <a:ea typeface="Times New Roman" pitchFamily="34" charset="-122"/>
                <a:cs typeface="Times New Roman" pitchFamily="34" charset="-120"/>
              </a:rPr>
              <a:t>C</a:t>
            </a:r>
            <a:endParaRPr lang="en-US" sz="1300" dirty="0"/>
          </a:p>
        </p:txBody>
      </p:sp>
      <p:sp>
        <p:nvSpPr>
          <p:cNvPr id="28" name="Text 26"/>
          <p:cNvSpPr/>
          <p:nvPr/>
        </p:nvSpPr>
        <p:spPr>
          <a:xfrm>
            <a:off x="871463" y="5741800"/>
            <a:ext cx="4509104" cy="411478"/>
          </a:xfrm>
          <a:prstGeom prst="rect">
            <a:avLst/>
          </a:prstGeom>
          <a:noFill/>
          <a:ln/>
        </p:spPr>
        <p:txBody>
          <a:bodyPr wrap="square" lIns="0" tIns="0" rIns="0" bIns="0" rtlCol="0" anchor="ctr"/>
          <a:lstStyle/>
          <a:p>
            <a:pPr marL="0" indent="0" algn="ctr">
              <a:buNone/>
            </a:pPr>
            <a:r>
              <a:rPr lang="en-US" sz="2000" dirty="0">
                <a:solidFill>
                  <a:schemeClr val="bg1"/>
                </a:solidFill>
                <a:latin typeface="Times New Roman" panose="02020603050405020304" pitchFamily="18" charset="0"/>
                <a:cs typeface="Times New Roman" panose="02020603050405020304" pitchFamily="18" charset="0"/>
              </a:rPr>
              <a:t>A bucket can hold a list of entries.</a:t>
            </a:r>
          </a:p>
        </p:txBody>
      </p:sp>
      <p:sp>
        <p:nvSpPr>
          <p:cNvPr id="29" name="Shape 27"/>
          <p:cNvSpPr/>
          <p:nvPr/>
        </p:nvSpPr>
        <p:spPr>
          <a:xfrm>
            <a:off x="5874470" y="2722037"/>
            <a:ext cx="21639" cy="3477589"/>
          </a:xfrm>
          <a:prstGeom prst="line">
            <a:avLst/>
          </a:prstGeom>
          <a:noFill/>
          <a:ln w="12700">
            <a:solidFill>
              <a:srgbClr val="6B7895">
                <a:alpha val="75000"/>
              </a:srgbClr>
            </a:solidFill>
            <a:prstDash val="solid"/>
          </a:ln>
        </p:spPr>
        <p:txBody>
          <a:bodyPr/>
          <a:lstStyle/>
          <a:p>
            <a:endParaRPr lang="en-US"/>
          </a:p>
        </p:txBody>
      </p:sp>
      <p:sp>
        <p:nvSpPr>
          <p:cNvPr id="30" name="Text 28"/>
          <p:cNvSpPr/>
          <p:nvPr/>
        </p:nvSpPr>
        <p:spPr>
          <a:xfrm>
            <a:off x="6286684" y="2800287"/>
            <a:ext cx="5551388" cy="411473"/>
          </a:xfrm>
          <a:prstGeom prst="rect">
            <a:avLst/>
          </a:prstGeom>
          <a:noFill/>
          <a:ln/>
        </p:spPr>
        <p:txBody>
          <a:bodyPr wrap="square" lIns="0" tIns="0" rIns="0" bIns="0" rtlCol="0" anchor="ctr"/>
          <a:lstStyle/>
          <a:p>
            <a:pPr marL="0" indent="0" algn="ctr">
              <a:buNone/>
            </a:pPr>
            <a:r>
              <a:rPr lang="en-US" sz="2500" b="1" dirty="0">
                <a:solidFill>
                  <a:srgbClr val="B4F564"/>
                </a:solidFill>
                <a:latin typeface="Times New Roman" panose="02020603050405020304" pitchFamily="18" charset="0"/>
                <a:cs typeface="Times New Roman" panose="02020603050405020304" pitchFamily="18" charset="0"/>
              </a:rPr>
              <a:t>Open addressing</a:t>
            </a:r>
            <a:endParaRPr lang="en-US" sz="2500" dirty="0">
              <a:latin typeface="Times New Roman" panose="02020603050405020304" pitchFamily="18" charset="0"/>
              <a:cs typeface="Times New Roman" panose="02020603050405020304" pitchFamily="18" charset="0"/>
            </a:endParaRPr>
          </a:p>
        </p:txBody>
      </p:sp>
      <p:sp>
        <p:nvSpPr>
          <p:cNvPr id="45" name="Shape 43"/>
          <p:cNvSpPr/>
          <p:nvPr/>
        </p:nvSpPr>
        <p:spPr>
          <a:xfrm>
            <a:off x="9075906" y="4872470"/>
            <a:ext cx="1136529" cy="0"/>
          </a:xfrm>
          <a:prstGeom prst="line">
            <a:avLst/>
          </a:prstGeom>
          <a:noFill/>
          <a:ln w="22860">
            <a:solidFill>
              <a:srgbClr val="B4F564"/>
            </a:solidFill>
            <a:prstDash val="solid"/>
            <a:headEnd type="none"/>
            <a:tailEnd type="triangle"/>
          </a:ln>
        </p:spPr>
        <p:txBody>
          <a:bodyPr/>
          <a:lstStyle/>
          <a:p>
            <a:endParaRPr lang="en-US"/>
          </a:p>
        </p:txBody>
      </p:sp>
      <p:sp>
        <p:nvSpPr>
          <p:cNvPr id="46" name="Shape 44"/>
          <p:cNvSpPr/>
          <p:nvPr/>
        </p:nvSpPr>
        <p:spPr>
          <a:xfrm>
            <a:off x="7922788" y="4872470"/>
            <a:ext cx="1153118" cy="0"/>
          </a:xfrm>
          <a:prstGeom prst="line">
            <a:avLst/>
          </a:prstGeom>
          <a:noFill/>
          <a:ln w="22860">
            <a:solidFill>
              <a:srgbClr val="B4F564"/>
            </a:solidFill>
            <a:prstDash val="solid"/>
            <a:headEnd type="none"/>
            <a:tailEnd type="triangle"/>
          </a:ln>
        </p:spPr>
        <p:txBody>
          <a:bodyPr/>
          <a:lstStyle/>
          <a:p>
            <a:endParaRPr lang="en-US"/>
          </a:p>
        </p:txBody>
      </p:sp>
      <p:sp>
        <p:nvSpPr>
          <p:cNvPr id="47" name="Text 45"/>
          <p:cNvSpPr/>
          <p:nvPr/>
        </p:nvSpPr>
        <p:spPr>
          <a:xfrm>
            <a:off x="6286684" y="5741800"/>
            <a:ext cx="5551388" cy="411478"/>
          </a:xfrm>
          <a:prstGeom prst="rect">
            <a:avLst/>
          </a:prstGeom>
          <a:noFill/>
          <a:ln/>
        </p:spPr>
        <p:txBody>
          <a:bodyPr wrap="square" lIns="0" tIns="0" rIns="0" bIns="0" rtlCol="0" anchor="ctr"/>
          <a:lstStyle/>
          <a:p>
            <a:pPr marL="0" indent="0" algn="ctr">
              <a:buNone/>
            </a:pPr>
            <a:r>
              <a:rPr lang="en-US" sz="2000" dirty="0">
                <a:solidFill>
                  <a:schemeClr val="bg1"/>
                </a:solidFill>
                <a:latin typeface="Times New Roman" panose="02020603050405020304" pitchFamily="18" charset="0"/>
                <a:cs typeface="Times New Roman" panose="02020603050405020304" pitchFamily="18" charset="0"/>
              </a:rPr>
              <a:t>Probe until a correct or empty slot is found.</a:t>
            </a:r>
          </a:p>
        </p:txBody>
      </p:sp>
      <p:sp>
        <p:nvSpPr>
          <p:cNvPr id="48" name="Shape 0">
            <a:extLst>
              <a:ext uri="{FF2B5EF4-FFF2-40B4-BE49-F238E27FC236}">
                <a16:creationId xmlns:a16="http://schemas.microsoft.com/office/drawing/2014/main" id="{3EC0A481-4968-BAF3-76E0-E1B27256DCAF}"/>
              </a:ext>
            </a:extLst>
          </p:cNvPr>
          <p:cNvSpPr/>
          <p:nvPr/>
        </p:nvSpPr>
        <p:spPr>
          <a:xfrm>
            <a:off x="-16147" y="-22568"/>
            <a:ext cx="109728" cy="6880568"/>
          </a:xfrm>
          <a:prstGeom prst="rect">
            <a:avLst/>
          </a:prstGeom>
          <a:solidFill>
            <a:srgbClr val="47D7FF"/>
          </a:solidFill>
          <a:ln w="12700">
            <a:solidFill>
              <a:srgbClr val="47D7FF">
                <a:alpha val="0"/>
              </a:srgbClr>
            </a:solidFill>
            <a:prstDash val="solid"/>
          </a:ln>
        </p:spPr>
        <p:txBody>
          <a:bodyPr/>
          <a:lstStyle/>
          <a:p>
            <a:endParaRPr lang="en-US"/>
          </a:p>
        </p:txBody>
      </p:sp>
      <p:sp>
        <p:nvSpPr>
          <p:cNvPr id="2" name="Shape 17">
            <a:extLst>
              <a:ext uri="{FF2B5EF4-FFF2-40B4-BE49-F238E27FC236}">
                <a16:creationId xmlns:a16="http://schemas.microsoft.com/office/drawing/2014/main" id="{3FB9C68C-5000-A70C-C350-33FAA125CF85}"/>
              </a:ext>
            </a:extLst>
          </p:cNvPr>
          <p:cNvSpPr/>
          <p:nvPr/>
        </p:nvSpPr>
        <p:spPr>
          <a:xfrm>
            <a:off x="871464" y="3418948"/>
            <a:ext cx="658079" cy="1234066"/>
          </a:xfrm>
          <a:prstGeom prst="rect">
            <a:avLst/>
          </a:prstGeom>
          <a:solidFill>
            <a:srgbClr val="121F38">
              <a:alpha val="88000"/>
            </a:srgbClr>
          </a:solidFill>
          <a:ln w="8890">
            <a:solidFill>
              <a:srgbClr val="6B7895">
                <a:alpha val="55000"/>
              </a:srgbClr>
            </a:solidFill>
            <a:prstDash val="solid"/>
          </a:ln>
        </p:spPr>
        <p:txBody>
          <a:bodyPr/>
          <a:lstStyle/>
          <a:p>
            <a:endParaRPr lang="en-US"/>
          </a:p>
        </p:txBody>
      </p:sp>
      <p:sp>
        <p:nvSpPr>
          <p:cNvPr id="3" name="Shape 17">
            <a:extLst>
              <a:ext uri="{FF2B5EF4-FFF2-40B4-BE49-F238E27FC236}">
                <a16:creationId xmlns:a16="http://schemas.microsoft.com/office/drawing/2014/main" id="{ED215F32-9BE7-8990-7C6B-7874F9B9DBCD}"/>
              </a:ext>
            </a:extLst>
          </p:cNvPr>
          <p:cNvSpPr/>
          <p:nvPr/>
        </p:nvSpPr>
        <p:spPr>
          <a:xfrm>
            <a:off x="1834548" y="3429000"/>
            <a:ext cx="658079" cy="1234066"/>
          </a:xfrm>
          <a:prstGeom prst="rect">
            <a:avLst/>
          </a:prstGeom>
          <a:solidFill>
            <a:srgbClr val="121F38">
              <a:alpha val="88000"/>
            </a:srgbClr>
          </a:solidFill>
          <a:ln w="8890">
            <a:solidFill>
              <a:srgbClr val="6B7895">
                <a:alpha val="55000"/>
              </a:srgbClr>
            </a:solidFill>
            <a:prstDash val="solid"/>
          </a:ln>
        </p:spPr>
        <p:txBody>
          <a:bodyPr/>
          <a:lstStyle/>
          <a:p>
            <a:endParaRPr lang="en-US"/>
          </a:p>
        </p:txBody>
      </p:sp>
      <p:sp>
        <p:nvSpPr>
          <p:cNvPr id="4" name="Shape 21">
            <a:extLst>
              <a:ext uri="{FF2B5EF4-FFF2-40B4-BE49-F238E27FC236}">
                <a16:creationId xmlns:a16="http://schemas.microsoft.com/office/drawing/2014/main" id="{C4096772-5084-4574-36B1-50AA1B00887F}"/>
              </a:ext>
            </a:extLst>
          </p:cNvPr>
          <p:cNvSpPr/>
          <p:nvPr/>
        </p:nvSpPr>
        <p:spPr>
          <a:xfrm>
            <a:off x="2798354" y="3442862"/>
            <a:ext cx="658079" cy="1220204"/>
          </a:xfrm>
          <a:prstGeom prst="rect">
            <a:avLst/>
          </a:prstGeom>
          <a:solidFill>
            <a:srgbClr val="1DA7D6">
              <a:alpha val="95000"/>
            </a:srgbClr>
          </a:solidFill>
          <a:ln w="20320">
            <a:solidFill>
              <a:srgbClr val="47D7FF"/>
            </a:solidFill>
            <a:prstDash val="solid"/>
          </a:ln>
        </p:spPr>
        <p:txBody>
          <a:bodyPr/>
          <a:lstStyle/>
          <a:p>
            <a:endParaRPr lang="en-US"/>
          </a:p>
        </p:txBody>
      </p:sp>
      <p:sp>
        <p:nvSpPr>
          <p:cNvPr id="5" name="Shape 17">
            <a:extLst>
              <a:ext uri="{FF2B5EF4-FFF2-40B4-BE49-F238E27FC236}">
                <a16:creationId xmlns:a16="http://schemas.microsoft.com/office/drawing/2014/main" id="{732E4848-424E-7679-F0C5-698FE922D21C}"/>
              </a:ext>
            </a:extLst>
          </p:cNvPr>
          <p:cNvSpPr/>
          <p:nvPr/>
        </p:nvSpPr>
        <p:spPr>
          <a:xfrm>
            <a:off x="3760421" y="3420063"/>
            <a:ext cx="658079" cy="1234066"/>
          </a:xfrm>
          <a:prstGeom prst="rect">
            <a:avLst/>
          </a:prstGeom>
          <a:solidFill>
            <a:srgbClr val="121F38">
              <a:alpha val="88000"/>
            </a:srgbClr>
          </a:solidFill>
          <a:ln w="8890">
            <a:solidFill>
              <a:srgbClr val="6B7895">
                <a:alpha val="55000"/>
              </a:srgbClr>
            </a:solidFill>
            <a:prstDash val="solid"/>
          </a:ln>
        </p:spPr>
        <p:txBody>
          <a:bodyPr/>
          <a:lstStyle/>
          <a:p>
            <a:endParaRPr lang="en-US"/>
          </a:p>
        </p:txBody>
      </p:sp>
      <p:sp>
        <p:nvSpPr>
          <p:cNvPr id="12" name="Shape 17">
            <a:extLst>
              <a:ext uri="{FF2B5EF4-FFF2-40B4-BE49-F238E27FC236}">
                <a16:creationId xmlns:a16="http://schemas.microsoft.com/office/drawing/2014/main" id="{AC5B2918-FC8F-4E9F-2BB9-E0E17426405D}"/>
              </a:ext>
            </a:extLst>
          </p:cNvPr>
          <p:cNvSpPr/>
          <p:nvPr/>
        </p:nvSpPr>
        <p:spPr>
          <a:xfrm>
            <a:off x="4722488" y="3435931"/>
            <a:ext cx="658079" cy="1234066"/>
          </a:xfrm>
          <a:prstGeom prst="rect">
            <a:avLst/>
          </a:prstGeom>
          <a:solidFill>
            <a:srgbClr val="121F38">
              <a:alpha val="88000"/>
            </a:srgbClr>
          </a:solidFill>
          <a:ln w="8890">
            <a:solidFill>
              <a:srgbClr val="6B7895">
                <a:alpha val="55000"/>
              </a:srgbClr>
            </a:solidFill>
            <a:prstDash val="solid"/>
          </a:ln>
        </p:spPr>
        <p:txBody>
          <a:bodyPr/>
          <a:lstStyle/>
          <a:p>
            <a:endParaRPr lang="en-US"/>
          </a:p>
        </p:txBody>
      </p:sp>
      <p:sp>
        <p:nvSpPr>
          <p:cNvPr id="14" name="Text 18">
            <a:extLst>
              <a:ext uri="{FF2B5EF4-FFF2-40B4-BE49-F238E27FC236}">
                <a16:creationId xmlns:a16="http://schemas.microsoft.com/office/drawing/2014/main" id="{9BA060A0-4022-F6C9-184B-C42D4E3E256B}"/>
              </a:ext>
            </a:extLst>
          </p:cNvPr>
          <p:cNvSpPr/>
          <p:nvPr/>
        </p:nvSpPr>
        <p:spPr>
          <a:xfrm>
            <a:off x="972439" y="3791795"/>
            <a:ext cx="466344" cy="493776"/>
          </a:xfrm>
          <a:prstGeom prst="rect">
            <a:avLst/>
          </a:prstGeom>
          <a:noFill/>
          <a:ln/>
        </p:spPr>
        <p:txBody>
          <a:bodyPr wrap="square" lIns="0" tIns="0" rIns="0" bIns="0" rtlCol="0" anchor="ctr"/>
          <a:lstStyle/>
          <a:p>
            <a:pPr marL="0" indent="0" algn="ctr">
              <a:buNone/>
            </a:pPr>
            <a:r>
              <a:rPr lang="en-US" sz="2500" dirty="0">
                <a:latin typeface="Times New Roman" panose="02020603050405020304" pitchFamily="18" charset="0"/>
                <a:ea typeface="Times New Roman" pitchFamily="34" charset="-122"/>
                <a:cs typeface="Times New Roman" panose="02020603050405020304" pitchFamily="18" charset="0"/>
              </a:rPr>
              <a:t>0</a:t>
            </a:r>
            <a:endParaRPr lang="en-US" sz="2500" dirty="0">
              <a:latin typeface="Times New Roman" panose="02020603050405020304" pitchFamily="18" charset="0"/>
              <a:cs typeface="Times New Roman" panose="02020603050405020304" pitchFamily="18" charset="0"/>
            </a:endParaRPr>
          </a:p>
        </p:txBody>
      </p:sp>
      <p:sp>
        <p:nvSpPr>
          <p:cNvPr id="16" name="Text 18">
            <a:extLst>
              <a:ext uri="{FF2B5EF4-FFF2-40B4-BE49-F238E27FC236}">
                <a16:creationId xmlns:a16="http://schemas.microsoft.com/office/drawing/2014/main" id="{D416DBB4-C49A-AD7B-30EB-C234601A520C}"/>
              </a:ext>
            </a:extLst>
          </p:cNvPr>
          <p:cNvSpPr/>
          <p:nvPr/>
        </p:nvSpPr>
        <p:spPr>
          <a:xfrm>
            <a:off x="1939342" y="3791795"/>
            <a:ext cx="466344" cy="493776"/>
          </a:xfrm>
          <a:prstGeom prst="rect">
            <a:avLst/>
          </a:prstGeom>
          <a:noFill/>
          <a:ln/>
        </p:spPr>
        <p:txBody>
          <a:bodyPr wrap="square" lIns="0" tIns="0" rIns="0" bIns="0" rtlCol="0" anchor="ctr"/>
          <a:lstStyle/>
          <a:p>
            <a:pPr marL="0" indent="0" algn="ctr">
              <a:buNone/>
            </a:pPr>
            <a:r>
              <a:rPr lang="en-US" sz="2500" dirty="0">
                <a:latin typeface="Times New Roman" panose="02020603050405020304" pitchFamily="18" charset="0"/>
                <a:cs typeface="Times New Roman" panose="02020603050405020304" pitchFamily="18" charset="0"/>
              </a:rPr>
              <a:t>1</a:t>
            </a:r>
          </a:p>
        </p:txBody>
      </p:sp>
      <p:sp>
        <p:nvSpPr>
          <p:cNvPr id="18" name="Text 18">
            <a:extLst>
              <a:ext uri="{FF2B5EF4-FFF2-40B4-BE49-F238E27FC236}">
                <a16:creationId xmlns:a16="http://schemas.microsoft.com/office/drawing/2014/main" id="{74D414F0-E613-6BC1-9ACE-E98445622FD8}"/>
              </a:ext>
            </a:extLst>
          </p:cNvPr>
          <p:cNvSpPr/>
          <p:nvPr/>
        </p:nvSpPr>
        <p:spPr>
          <a:xfrm>
            <a:off x="2906245" y="3791795"/>
            <a:ext cx="466344" cy="493776"/>
          </a:xfrm>
          <a:prstGeom prst="rect">
            <a:avLst/>
          </a:prstGeom>
          <a:noFill/>
          <a:ln/>
        </p:spPr>
        <p:txBody>
          <a:bodyPr wrap="square" lIns="0" tIns="0" rIns="0" bIns="0" rtlCol="0" anchor="ctr"/>
          <a:lstStyle/>
          <a:p>
            <a:pPr marL="0" indent="0" algn="ctr">
              <a:buNone/>
            </a:pPr>
            <a:r>
              <a:rPr lang="en-US" sz="2500" dirty="0">
                <a:latin typeface="Times New Roman" panose="02020603050405020304" pitchFamily="18" charset="0"/>
                <a:cs typeface="Times New Roman" panose="02020603050405020304" pitchFamily="18" charset="0"/>
              </a:rPr>
              <a:t>2</a:t>
            </a:r>
          </a:p>
        </p:txBody>
      </p:sp>
      <p:sp>
        <p:nvSpPr>
          <p:cNvPr id="20" name="Text 18">
            <a:extLst>
              <a:ext uri="{FF2B5EF4-FFF2-40B4-BE49-F238E27FC236}">
                <a16:creationId xmlns:a16="http://schemas.microsoft.com/office/drawing/2014/main" id="{D90D7626-BF7E-4627-D8B5-44AF199C5064}"/>
              </a:ext>
            </a:extLst>
          </p:cNvPr>
          <p:cNvSpPr/>
          <p:nvPr/>
        </p:nvSpPr>
        <p:spPr>
          <a:xfrm>
            <a:off x="3873148" y="3791795"/>
            <a:ext cx="466344" cy="493776"/>
          </a:xfrm>
          <a:prstGeom prst="rect">
            <a:avLst/>
          </a:prstGeom>
          <a:noFill/>
          <a:ln/>
        </p:spPr>
        <p:txBody>
          <a:bodyPr wrap="square" lIns="0" tIns="0" rIns="0" bIns="0" rtlCol="0" anchor="ctr"/>
          <a:lstStyle/>
          <a:p>
            <a:pPr marL="0" indent="0" algn="ctr">
              <a:buNone/>
            </a:pPr>
            <a:r>
              <a:rPr lang="en-US" sz="2500" dirty="0">
                <a:latin typeface="Times New Roman" panose="02020603050405020304" pitchFamily="18" charset="0"/>
                <a:cs typeface="Times New Roman" panose="02020603050405020304" pitchFamily="18" charset="0"/>
              </a:rPr>
              <a:t>3</a:t>
            </a:r>
          </a:p>
        </p:txBody>
      </p:sp>
      <p:sp>
        <p:nvSpPr>
          <p:cNvPr id="49" name="Text 18">
            <a:extLst>
              <a:ext uri="{FF2B5EF4-FFF2-40B4-BE49-F238E27FC236}">
                <a16:creationId xmlns:a16="http://schemas.microsoft.com/office/drawing/2014/main" id="{D4E3C684-DD29-1893-2DBA-197BFD1D9757}"/>
              </a:ext>
            </a:extLst>
          </p:cNvPr>
          <p:cNvSpPr/>
          <p:nvPr/>
        </p:nvSpPr>
        <p:spPr>
          <a:xfrm>
            <a:off x="4840051" y="3791795"/>
            <a:ext cx="466344" cy="493776"/>
          </a:xfrm>
          <a:prstGeom prst="rect">
            <a:avLst/>
          </a:prstGeom>
          <a:noFill/>
          <a:ln/>
        </p:spPr>
        <p:txBody>
          <a:bodyPr wrap="square" lIns="0" tIns="0" rIns="0" bIns="0" rtlCol="0" anchor="ctr"/>
          <a:lstStyle/>
          <a:p>
            <a:pPr marL="0" indent="0" algn="ctr">
              <a:buNone/>
            </a:pPr>
            <a:r>
              <a:rPr lang="en-US" sz="2500" dirty="0">
                <a:latin typeface="Times New Roman" panose="02020603050405020304" pitchFamily="18" charset="0"/>
                <a:cs typeface="Times New Roman" panose="02020603050405020304" pitchFamily="18" charset="0"/>
              </a:rPr>
              <a:t>4</a:t>
            </a:r>
          </a:p>
        </p:txBody>
      </p:sp>
      <p:sp>
        <p:nvSpPr>
          <p:cNvPr id="50" name="Shape 0">
            <a:extLst>
              <a:ext uri="{FF2B5EF4-FFF2-40B4-BE49-F238E27FC236}">
                <a16:creationId xmlns:a16="http://schemas.microsoft.com/office/drawing/2014/main" id="{4F55F986-32CA-5AC1-C998-3E69120B436E}"/>
              </a:ext>
            </a:extLst>
          </p:cNvPr>
          <p:cNvSpPr/>
          <p:nvPr/>
        </p:nvSpPr>
        <p:spPr>
          <a:xfrm>
            <a:off x="12049651" y="-22568"/>
            <a:ext cx="137160" cy="6880568"/>
          </a:xfrm>
          <a:prstGeom prst="rect">
            <a:avLst/>
          </a:prstGeom>
          <a:solidFill>
            <a:srgbClr val="47D7FF"/>
          </a:solidFill>
          <a:ln w="12700">
            <a:solidFill>
              <a:srgbClr val="47D7FF">
                <a:alpha val="0"/>
              </a:srgbClr>
            </a:solidFill>
            <a:prstDash val="solid"/>
          </a:ln>
        </p:spPr>
        <p:txBody>
          <a:bodyPr/>
          <a:lstStyle/>
          <a:p>
            <a:endParaRPr lang="en-US"/>
          </a:p>
        </p:txBody>
      </p:sp>
      <p:sp>
        <p:nvSpPr>
          <p:cNvPr id="51" name="Shape 17">
            <a:extLst>
              <a:ext uri="{FF2B5EF4-FFF2-40B4-BE49-F238E27FC236}">
                <a16:creationId xmlns:a16="http://schemas.microsoft.com/office/drawing/2014/main" id="{1272C1FD-FB1C-5AF7-EF61-0130228D1854}"/>
              </a:ext>
            </a:extLst>
          </p:cNvPr>
          <p:cNvSpPr/>
          <p:nvPr/>
        </p:nvSpPr>
        <p:spPr>
          <a:xfrm>
            <a:off x="6286684" y="3458264"/>
            <a:ext cx="658079" cy="1234066"/>
          </a:xfrm>
          <a:prstGeom prst="rect">
            <a:avLst/>
          </a:prstGeom>
          <a:solidFill>
            <a:srgbClr val="121F38">
              <a:alpha val="88000"/>
            </a:srgbClr>
          </a:solidFill>
          <a:ln w="8890">
            <a:solidFill>
              <a:srgbClr val="6B7895">
                <a:alpha val="55000"/>
              </a:srgbClr>
            </a:solidFill>
            <a:prstDash val="solid"/>
          </a:ln>
        </p:spPr>
        <p:txBody>
          <a:bodyPr/>
          <a:lstStyle/>
          <a:p>
            <a:endParaRPr lang="en-US"/>
          </a:p>
        </p:txBody>
      </p:sp>
      <p:sp>
        <p:nvSpPr>
          <p:cNvPr id="52" name="Shape 17">
            <a:extLst>
              <a:ext uri="{FF2B5EF4-FFF2-40B4-BE49-F238E27FC236}">
                <a16:creationId xmlns:a16="http://schemas.microsoft.com/office/drawing/2014/main" id="{6F73AB04-FFC3-54FB-ACD2-A43E52A90C82}"/>
              </a:ext>
            </a:extLst>
          </p:cNvPr>
          <p:cNvSpPr/>
          <p:nvPr/>
        </p:nvSpPr>
        <p:spPr>
          <a:xfrm>
            <a:off x="7107702" y="3458264"/>
            <a:ext cx="658079" cy="1234066"/>
          </a:xfrm>
          <a:prstGeom prst="rect">
            <a:avLst/>
          </a:prstGeom>
          <a:solidFill>
            <a:srgbClr val="121F38">
              <a:alpha val="88000"/>
            </a:srgbClr>
          </a:solidFill>
          <a:ln w="8890">
            <a:solidFill>
              <a:srgbClr val="6B7895">
                <a:alpha val="55000"/>
              </a:srgbClr>
            </a:solidFill>
            <a:prstDash val="solid"/>
          </a:ln>
        </p:spPr>
        <p:txBody>
          <a:bodyPr/>
          <a:lstStyle/>
          <a:p>
            <a:endParaRPr lang="en-US"/>
          </a:p>
        </p:txBody>
      </p:sp>
      <p:sp>
        <p:nvSpPr>
          <p:cNvPr id="53" name="Shape 21">
            <a:extLst>
              <a:ext uri="{FF2B5EF4-FFF2-40B4-BE49-F238E27FC236}">
                <a16:creationId xmlns:a16="http://schemas.microsoft.com/office/drawing/2014/main" id="{4D08CD98-3935-0B88-BB54-D6CC9569D4CB}"/>
              </a:ext>
            </a:extLst>
          </p:cNvPr>
          <p:cNvSpPr/>
          <p:nvPr/>
        </p:nvSpPr>
        <p:spPr>
          <a:xfrm>
            <a:off x="7922788" y="3472126"/>
            <a:ext cx="658079" cy="1220204"/>
          </a:xfrm>
          <a:prstGeom prst="rect">
            <a:avLst/>
          </a:prstGeom>
          <a:solidFill>
            <a:srgbClr val="1DA7D6">
              <a:alpha val="95000"/>
            </a:srgbClr>
          </a:solidFill>
          <a:ln w="20320">
            <a:solidFill>
              <a:srgbClr val="47D7FF"/>
            </a:solidFill>
            <a:prstDash val="solid"/>
          </a:ln>
        </p:spPr>
        <p:txBody>
          <a:bodyPr/>
          <a:lstStyle/>
          <a:p>
            <a:endParaRPr lang="en-US"/>
          </a:p>
        </p:txBody>
      </p:sp>
      <p:sp>
        <p:nvSpPr>
          <p:cNvPr id="54" name="Shape 21">
            <a:extLst>
              <a:ext uri="{FF2B5EF4-FFF2-40B4-BE49-F238E27FC236}">
                <a16:creationId xmlns:a16="http://schemas.microsoft.com/office/drawing/2014/main" id="{2076443A-2899-FB5B-3B3D-8CAA79781E32}"/>
              </a:ext>
            </a:extLst>
          </p:cNvPr>
          <p:cNvSpPr/>
          <p:nvPr/>
        </p:nvSpPr>
        <p:spPr>
          <a:xfrm>
            <a:off x="8741342" y="3489278"/>
            <a:ext cx="658079" cy="1220204"/>
          </a:xfrm>
          <a:prstGeom prst="rect">
            <a:avLst/>
          </a:prstGeom>
          <a:solidFill>
            <a:srgbClr val="1DA7D6">
              <a:alpha val="95000"/>
            </a:srgbClr>
          </a:solidFill>
          <a:ln w="20320">
            <a:solidFill>
              <a:srgbClr val="47D7FF"/>
            </a:solidFill>
            <a:prstDash val="solid"/>
          </a:ln>
        </p:spPr>
        <p:txBody>
          <a:bodyPr/>
          <a:lstStyle/>
          <a:p>
            <a:endParaRPr lang="en-US"/>
          </a:p>
        </p:txBody>
      </p:sp>
      <p:sp>
        <p:nvSpPr>
          <p:cNvPr id="55" name="Shape 21">
            <a:extLst>
              <a:ext uri="{FF2B5EF4-FFF2-40B4-BE49-F238E27FC236}">
                <a16:creationId xmlns:a16="http://schemas.microsoft.com/office/drawing/2014/main" id="{CBD09A46-BD20-BA12-3CF9-04E937CFF8DF}"/>
              </a:ext>
            </a:extLst>
          </p:cNvPr>
          <p:cNvSpPr/>
          <p:nvPr/>
        </p:nvSpPr>
        <p:spPr>
          <a:xfrm>
            <a:off x="9554357" y="3479845"/>
            <a:ext cx="658079" cy="1220204"/>
          </a:xfrm>
          <a:prstGeom prst="rect">
            <a:avLst/>
          </a:prstGeom>
          <a:solidFill>
            <a:srgbClr val="1DA7D6">
              <a:alpha val="95000"/>
            </a:srgbClr>
          </a:solidFill>
          <a:ln w="20320">
            <a:solidFill>
              <a:srgbClr val="47D7FF"/>
            </a:solidFill>
            <a:prstDash val="solid"/>
          </a:ln>
        </p:spPr>
        <p:txBody>
          <a:bodyPr/>
          <a:lstStyle/>
          <a:p>
            <a:endParaRPr lang="en-US"/>
          </a:p>
        </p:txBody>
      </p:sp>
      <p:sp>
        <p:nvSpPr>
          <p:cNvPr id="56" name="Shape 17">
            <a:extLst>
              <a:ext uri="{FF2B5EF4-FFF2-40B4-BE49-F238E27FC236}">
                <a16:creationId xmlns:a16="http://schemas.microsoft.com/office/drawing/2014/main" id="{972C693A-7B2C-502D-97A0-0195F4181C33}"/>
              </a:ext>
            </a:extLst>
          </p:cNvPr>
          <p:cNvSpPr/>
          <p:nvPr/>
        </p:nvSpPr>
        <p:spPr>
          <a:xfrm>
            <a:off x="10371176" y="3472914"/>
            <a:ext cx="658079" cy="1234066"/>
          </a:xfrm>
          <a:prstGeom prst="rect">
            <a:avLst/>
          </a:prstGeom>
          <a:solidFill>
            <a:srgbClr val="121F38">
              <a:alpha val="88000"/>
            </a:srgbClr>
          </a:solidFill>
          <a:ln w="8890">
            <a:solidFill>
              <a:srgbClr val="6B7895">
                <a:alpha val="55000"/>
              </a:srgbClr>
            </a:solidFill>
            <a:prstDash val="solid"/>
          </a:ln>
        </p:spPr>
        <p:txBody>
          <a:bodyPr/>
          <a:lstStyle/>
          <a:p>
            <a:endParaRPr lang="en-US"/>
          </a:p>
        </p:txBody>
      </p:sp>
      <p:sp>
        <p:nvSpPr>
          <p:cNvPr id="57" name="Shape 17">
            <a:extLst>
              <a:ext uri="{FF2B5EF4-FFF2-40B4-BE49-F238E27FC236}">
                <a16:creationId xmlns:a16="http://schemas.microsoft.com/office/drawing/2014/main" id="{8C07708D-702B-DA39-6F4B-C0288938D74A}"/>
              </a:ext>
            </a:extLst>
          </p:cNvPr>
          <p:cNvSpPr/>
          <p:nvPr/>
        </p:nvSpPr>
        <p:spPr>
          <a:xfrm>
            <a:off x="11179993" y="3489278"/>
            <a:ext cx="658079" cy="1234066"/>
          </a:xfrm>
          <a:prstGeom prst="rect">
            <a:avLst/>
          </a:prstGeom>
          <a:solidFill>
            <a:srgbClr val="121F38">
              <a:alpha val="88000"/>
            </a:srgbClr>
          </a:solidFill>
          <a:ln w="8890">
            <a:solidFill>
              <a:srgbClr val="6B7895">
                <a:alpha val="55000"/>
              </a:srgbClr>
            </a:solidFill>
            <a:prstDash val="solid"/>
          </a:ln>
        </p:spPr>
        <p:txBody>
          <a:bodyPr/>
          <a:lstStyle/>
          <a:p>
            <a:endParaRPr lang="en-US"/>
          </a:p>
        </p:txBody>
      </p:sp>
      <p:sp>
        <p:nvSpPr>
          <p:cNvPr id="58" name="Text 18">
            <a:extLst>
              <a:ext uri="{FF2B5EF4-FFF2-40B4-BE49-F238E27FC236}">
                <a16:creationId xmlns:a16="http://schemas.microsoft.com/office/drawing/2014/main" id="{91EFA6E5-874E-81A1-CECB-5B112C7BEFC4}"/>
              </a:ext>
            </a:extLst>
          </p:cNvPr>
          <p:cNvSpPr/>
          <p:nvPr/>
        </p:nvSpPr>
        <p:spPr>
          <a:xfrm>
            <a:off x="6378730" y="3860833"/>
            <a:ext cx="466344" cy="493776"/>
          </a:xfrm>
          <a:prstGeom prst="rect">
            <a:avLst/>
          </a:prstGeom>
          <a:noFill/>
          <a:ln/>
        </p:spPr>
        <p:txBody>
          <a:bodyPr wrap="square" lIns="0" tIns="0" rIns="0" bIns="0" rtlCol="0" anchor="ctr"/>
          <a:lstStyle/>
          <a:p>
            <a:pPr marL="0" indent="0" algn="ctr">
              <a:buNone/>
            </a:pPr>
            <a:r>
              <a:rPr lang="en-US" sz="2500" dirty="0">
                <a:latin typeface="Times New Roman" panose="02020603050405020304" pitchFamily="18" charset="0"/>
                <a:ea typeface="Times New Roman" pitchFamily="34" charset="-122"/>
                <a:cs typeface="Times New Roman" panose="02020603050405020304" pitchFamily="18" charset="0"/>
              </a:rPr>
              <a:t>0</a:t>
            </a:r>
            <a:endParaRPr lang="en-US" sz="2500" dirty="0">
              <a:latin typeface="Times New Roman" panose="02020603050405020304" pitchFamily="18" charset="0"/>
              <a:cs typeface="Times New Roman" panose="02020603050405020304" pitchFamily="18" charset="0"/>
            </a:endParaRPr>
          </a:p>
        </p:txBody>
      </p:sp>
      <p:sp>
        <p:nvSpPr>
          <p:cNvPr id="59" name="Text 18">
            <a:extLst>
              <a:ext uri="{FF2B5EF4-FFF2-40B4-BE49-F238E27FC236}">
                <a16:creationId xmlns:a16="http://schemas.microsoft.com/office/drawing/2014/main" id="{912F6298-B3C9-A2C6-5D8E-350CAFBE09EF}"/>
              </a:ext>
            </a:extLst>
          </p:cNvPr>
          <p:cNvSpPr/>
          <p:nvPr/>
        </p:nvSpPr>
        <p:spPr>
          <a:xfrm>
            <a:off x="7195026" y="3860833"/>
            <a:ext cx="466344" cy="493776"/>
          </a:xfrm>
          <a:prstGeom prst="rect">
            <a:avLst/>
          </a:prstGeom>
          <a:noFill/>
          <a:ln/>
        </p:spPr>
        <p:txBody>
          <a:bodyPr wrap="square" lIns="0" tIns="0" rIns="0" bIns="0" rtlCol="0" anchor="ctr"/>
          <a:lstStyle/>
          <a:p>
            <a:pPr marL="0" indent="0" algn="ctr">
              <a:buNone/>
            </a:pPr>
            <a:r>
              <a:rPr lang="en-US" sz="2500" dirty="0">
                <a:latin typeface="Times New Roman" panose="02020603050405020304" pitchFamily="18" charset="0"/>
                <a:cs typeface="Times New Roman" panose="02020603050405020304" pitchFamily="18" charset="0"/>
              </a:rPr>
              <a:t>1</a:t>
            </a:r>
          </a:p>
        </p:txBody>
      </p:sp>
      <p:sp>
        <p:nvSpPr>
          <p:cNvPr id="60" name="Text 18">
            <a:extLst>
              <a:ext uri="{FF2B5EF4-FFF2-40B4-BE49-F238E27FC236}">
                <a16:creationId xmlns:a16="http://schemas.microsoft.com/office/drawing/2014/main" id="{4B23470F-D867-09F0-8D85-8B1E3D33EDD4}"/>
              </a:ext>
            </a:extLst>
          </p:cNvPr>
          <p:cNvSpPr/>
          <p:nvPr/>
        </p:nvSpPr>
        <p:spPr>
          <a:xfrm>
            <a:off x="8011322" y="3860833"/>
            <a:ext cx="466344" cy="493776"/>
          </a:xfrm>
          <a:prstGeom prst="rect">
            <a:avLst/>
          </a:prstGeom>
          <a:noFill/>
          <a:ln/>
        </p:spPr>
        <p:txBody>
          <a:bodyPr wrap="square" lIns="0" tIns="0" rIns="0" bIns="0" rtlCol="0" anchor="ctr"/>
          <a:lstStyle/>
          <a:p>
            <a:pPr marL="0" indent="0" algn="ctr">
              <a:buNone/>
            </a:pPr>
            <a:r>
              <a:rPr lang="en-US" sz="2500" dirty="0">
                <a:latin typeface="Times New Roman" panose="02020603050405020304" pitchFamily="18" charset="0"/>
                <a:cs typeface="Times New Roman" panose="02020603050405020304" pitchFamily="18" charset="0"/>
              </a:rPr>
              <a:t>2</a:t>
            </a:r>
          </a:p>
        </p:txBody>
      </p:sp>
      <p:sp>
        <p:nvSpPr>
          <p:cNvPr id="61" name="Text 18">
            <a:extLst>
              <a:ext uri="{FF2B5EF4-FFF2-40B4-BE49-F238E27FC236}">
                <a16:creationId xmlns:a16="http://schemas.microsoft.com/office/drawing/2014/main" id="{F8D1CE7E-8CDD-6021-AFC5-4F1D230BD7F7}"/>
              </a:ext>
            </a:extLst>
          </p:cNvPr>
          <p:cNvSpPr/>
          <p:nvPr/>
        </p:nvSpPr>
        <p:spPr>
          <a:xfrm>
            <a:off x="8827618" y="3860833"/>
            <a:ext cx="466344" cy="493776"/>
          </a:xfrm>
          <a:prstGeom prst="rect">
            <a:avLst/>
          </a:prstGeom>
          <a:noFill/>
          <a:ln/>
        </p:spPr>
        <p:txBody>
          <a:bodyPr wrap="square" lIns="0" tIns="0" rIns="0" bIns="0" rtlCol="0" anchor="ctr"/>
          <a:lstStyle/>
          <a:p>
            <a:pPr marL="0" indent="0" algn="ctr">
              <a:buNone/>
            </a:pPr>
            <a:r>
              <a:rPr lang="en-US" sz="2500" dirty="0">
                <a:latin typeface="Times New Roman" panose="02020603050405020304" pitchFamily="18" charset="0"/>
                <a:cs typeface="Times New Roman" panose="02020603050405020304" pitchFamily="18" charset="0"/>
              </a:rPr>
              <a:t>3</a:t>
            </a:r>
          </a:p>
        </p:txBody>
      </p:sp>
      <p:sp>
        <p:nvSpPr>
          <p:cNvPr id="62" name="Text 18">
            <a:extLst>
              <a:ext uri="{FF2B5EF4-FFF2-40B4-BE49-F238E27FC236}">
                <a16:creationId xmlns:a16="http://schemas.microsoft.com/office/drawing/2014/main" id="{C5C81A34-E3DD-6982-E2F4-C6284235F3BF}"/>
              </a:ext>
            </a:extLst>
          </p:cNvPr>
          <p:cNvSpPr/>
          <p:nvPr/>
        </p:nvSpPr>
        <p:spPr>
          <a:xfrm>
            <a:off x="9643914" y="3860833"/>
            <a:ext cx="466344" cy="493776"/>
          </a:xfrm>
          <a:prstGeom prst="rect">
            <a:avLst/>
          </a:prstGeom>
          <a:noFill/>
          <a:ln/>
        </p:spPr>
        <p:txBody>
          <a:bodyPr wrap="square" lIns="0" tIns="0" rIns="0" bIns="0" rtlCol="0" anchor="ctr"/>
          <a:lstStyle/>
          <a:p>
            <a:pPr marL="0" indent="0" algn="ctr">
              <a:buNone/>
            </a:pPr>
            <a:r>
              <a:rPr lang="en-US" sz="2500" dirty="0">
                <a:latin typeface="Times New Roman" panose="02020603050405020304" pitchFamily="18" charset="0"/>
                <a:cs typeface="Times New Roman" panose="02020603050405020304" pitchFamily="18" charset="0"/>
              </a:rPr>
              <a:t>4</a:t>
            </a:r>
          </a:p>
        </p:txBody>
      </p:sp>
      <p:sp>
        <p:nvSpPr>
          <p:cNvPr id="63" name="Text 18">
            <a:extLst>
              <a:ext uri="{FF2B5EF4-FFF2-40B4-BE49-F238E27FC236}">
                <a16:creationId xmlns:a16="http://schemas.microsoft.com/office/drawing/2014/main" id="{D4146C20-A023-D5F4-D207-73F98B1A0153}"/>
              </a:ext>
            </a:extLst>
          </p:cNvPr>
          <p:cNvSpPr/>
          <p:nvPr/>
        </p:nvSpPr>
        <p:spPr>
          <a:xfrm>
            <a:off x="10460210" y="3860833"/>
            <a:ext cx="466344" cy="493776"/>
          </a:xfrm>
          <a:prstGeom prst="rect">
            <a:avLst/>
          </a:prstGeom>
          <a:noFill/>
          <a:ln/>
        </p:spPr>
        <p:txBody>
          <a:bodyPr wrap="square" lIns="0" tIns="0" rIns="0" bIns="0" rtlCol="0" anchor="ctr"/>
          <a:lstStyle/>
          <a:p>
            <a:pPr marL="0" indent="0" algn="ctr">
              <a:buNone/>
            </a:pPr>
            <a:r>
              <a:rPr lang="en-US" sz="2500" dirty="0">
                <a:latin typeface="Times New Roman" panose="02020603050405020304" pitchFamily="18" charset="0"/>
                <a:cs typeface="Times New Roman" panose="02020603050405020304" pitchFamily="18" charset="0"/>
              </a:rPr>
              <a:t>5</a:t>
            </a:r>
          </a:p>
        </p:txBody>
      </p:sp>
      <p:sp>
        <p:nvSpPr>
          <p:cNvPr id="64" name="Text 18">
            <a:extLst>
              <a:ext uri="{FF2B5EF4-FFF2-40B4-BE49-F238E27FC236}">
                <a16:creationId xmlns:a16="http://schemas.microsoft.com/office/drawing/2014/main" id="{75E2A38E-B267-88E8-43D7-94FEF89732AB}"/>
              </a:ext>
            </a:extLst>
          </p:cNvPr>
          <p:cNvSpPr/>
          <p:nvPr/>
        </p:nvSpPr>
        <p:spPr>
          <a:xfrm>
            <a:off x="11276506" y="3860833"/>
            <a:ext cx="466344" cy="493776"/>
          </a:xfrm>
          <a:prstGeom prst="rect">
            <a:avLst/>
          </a:prstGeom>
          <a:noFill/>
          <a:ln/>
        </p:spPr>
        <p:txBody>
          <a:bodyPr wrap="square" lIns="0" tIns="0" rIns="0" bIns="0" rtlCol="0" anchor="ctr"/>
          <a:lstStyle/>
          <a:p>
            <a:pPr marL="0" indent="0" algn="ctr">
              <a:buNone/>
            </a:pPr>
            <a:r>
              <a:rPr lang="en-US" sz="2500" dirty="0">
                <a:latin typeface="Times New Roman" panose="02020603050405020304" pitchFamily="18" charset="0"/>
                <a:cs typeface="Times New Roman" panose="02020603050405020304" pitchFamily="18" charset="0"/>
              </a:rPr>
              <a:t>6</a:t>
            </a:r>
          </a:p>
        </p:txBody>
      </p:sp>
      <p:sp>
        <p:nvSpPr>
          <p:cNvPr id="13" name="Footer Placeholder 6">
            <a:extLst>
              <a:ext uri="{FF2B5EF4-FFF2-40B4-BE49-F238E27FC236}">
                <a16:creationId xmlns:a16="http://schemas.microsoft.com/office/drawing/2014/main" id="{CB24FA67-A2EA-87A4-A31E-6E5E65CDA08C}"/>
              </a:ext>
            </a:extLst>
          </p:cNvPr>
          <p:cNvSpPr txBox="1">
            <a:spLocks/>
          </p:cNvSpPr>
          <p:nvPr/>
        </p:nvSpPr>
        <p:spPr>
          <a:xfrm>
            <a:off x="93582" y="6464808"/>
            <a:ext cx="11956069" cy="393192"/>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000" dirty="0">
                <a:solidFill>
                  <a:schemeClr val="bg1"/>
                </a:solidFill>
                <a:latin typeface="Times New Roman" panose="02020603050405020304" pitchFamily="18" charset="0"/>
                <a:cs typeface="Times New Roman" panose="02020603050405020304" pitchFamily="18" charset="0"/>
              </a:rPr>
              <a:t>Julien &amp; Jacobs                                           Data Structures 2: Final Presentation                                                    9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500" fill="hold"/>
                                        <p:tgtEl>
                                          <p:spTgt spid="9"/>
                                        </p:tgtEl>
                                        <p:attrNameLst>
                                          <p:attrName>ppt_x</p:attrName>
                                        </p:attrNameLst>
                                      </p:cBhvr>
                                      <p:tavLst>
                                        <p:tav tm="0">
                                          <p:val>
                                            <p:strVal val="0-#ppt_w/2"/>
                                          </p:val>
                                        </p:tav>
                                        <p:tav tm="100000">
                                          <p:val>
                                            <p:strVal val="#ppt_x"/>
                                          </p:val>
                                        </p:tav>
                                      </p:tavLst>
                                    </p:anim>
                                    <p:anim calcmode="lin" valueType="num">
                                      <p:cBhvr additive="base">
                                        <p:cTn id="8" dur="1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chemeClr val="tx1"/>
        </a:solidFill>
        <a:effectLst/>
      </p:bgPr>
    </p:bg>
    <p:spTree>
      <p:nvGrpSpPr>
        <p:cNvPr id="1" name=""/>
        <p:cNvGrpSpPr/>
        <p:nvPr/>
      </p:nvGrpSpPr>
      <p:grpSpPr>
        <a:xfrm>
          <a:off x="0" y="0"/>
          <a:ext cx="0" cy="0"/>
          <a:chOff x="0" y="0"/>
          <a:chExt cx="0" cy="0"/>
        </a:xfrm>
      </p:grpSpPr>
      <p:sp>
        <p:nvSpPr>
          <p:cNvPr id="6" name="Text 4"/>
          <p:cNvSpPr/>
          <p:nvPr/>
        </p:nvSpPr>
        <p:spPr>
          <a:xfrm>
            <a:off x="566928" y="393192"/>
            <a:ext cx="3108960" cy="256032"/>
          </a:xfrm>
          <a:prstGeom prst="rect">
            <a:avLst/>
          </a:prstGeom>
          <a:noFill/>
          <a:ln/>
        </p:spPr>
        <p:txBody>
          <a:bodyPr wrap="square" lIns="0" tIns="0" rIns="0" bIns="0" rtlCol="0" anchor="ctr"/>
          <a:lstStyle/>
          <a:p>
            <a:pPr marL="0" indent="0">
              <a:buNone/>
            </a:pPr>
            <a:r>
              <a:rPr lang="en-US" sz="1500" b="1" dirty="0">
                <a:solidFill>
                  <a:srgbClr val="47D7FF"/>
                </a:solidFill>
                <a:latin typeface="Times New Roman" panose="02020603050405020304" pitchFamily="18" charset="0"/>
                <a:ea typeface="Times New Roman" pitchFamily="34" charset="-122"/>
                <a:cs typeface="Times New Roman" panose="02020603050405020304" pitchFamily="18" charset="0"/>
              </a:rPr>
              <a:t>OPERATION FLOW</a:t>
            </a:r>
            <a:endParaRPr lang="en-US" sz="1500" dirty="0">
              <a:latin typeface="Times New Roman" panose="02020603050405020304" pitchFamily="18" charset="0"/>
              <a:cs typeface="Times New Roman" panose="02020603050405020304" pitchFamily="18" charset="0"/>
            </a:endParaRPr>
          </a:p>
        </p:txBody>
      </p:sp>
      <p:sp>
        <p:nvSpPr>
          <p:cNvPr id="7" name="Text 5"/>
          <p:cNvSpPr/>
          <p:nvPr/>
        </p:nvSpPr>
        <p:spPr>
          <a:xfrm>
            <a:off x="566928" y="658368"/>
            <a:ext cx="9875520" cy="493776"/>
          </a:xfrm>
          <a:prstGeom prst="rect">
            <a:avLst/>
          </a:prstGeom>
          <a:noFill/>
          <a:ln/>
        </p:spPr>
        <p:txBody>
          <a:bodyPr wrap="square" lIns="0" tIns="0" rIns="0" bIns="0" rtlCol="0" anchor="ctr">
            <a:normAutofit/>
          </a:bodyPr>
          <a:lstStyle/>
          <a:p>
            <a:pPr marL="0" indent="0">
              <a:buNone/>
            </a:pPr>
            <a:r>
              <a:rPr lang="en-US" sz="3000" b="1" dirty="0">
                <a:solidFill>
                  <a:schemeClr val="bg1"/>
                </a:solidFill>
                <a:latin typeface="Times New Roman" panose="02020603050405020304" pitchFamily="18" charset="0"/>
                <a:ea typeface="Times New Roman" pitchFamily="34" charset="-122"/>
                <a:cs typeface="Times New Roman" panose="02020603050405020304" pitchFamily="18" charset="0"/>
              </a:rPr>
              <a:t>Insertion</a:t>
            </a:r>
            <a:endParaRPr lang="en-US" sz="3000" dirty="0">
              <a:solidFill>
                <a:schemeClr val="bg1"/>
              </a:solidFill>
              <a:latin typeface="Times New Roman" panose="02020603050405020304" pitchFamily="18" charset="0"/>
              <a:cs typeface="Times New Roman" panose="02020603050405020304" pitchFamily="18" charset="0"/>
            </a:endParaRPr>
          </a:p>
        </p:txBody>
      </p:sp>
      <p:sp>
        <p:nvSpPr>
          <p:cNvPr id="8" name="Shape 6"/>
          <p:cNvSpPr/>
          <p:nvPr/>
        </p:nvSpPr>
        <p:spPr>
          <a:xfrm>
            <a:off x="566928" y="1261872"/>
            <a:ext cx="1051560" cy="0"/>
          </a:xfrm>
          <a:prstGeom prst="line">
            <a:avLst/>
          </a:prstGeom>
          <a:noFill/>
          <a:ln w="25400">
            <a:solidFill>
              <a:srgbClr val="47D7FF"/>
            </a:solidFill>
            <a:prstDash val="solid"/>
            <a:headEnd type="none"/>
            <a:tailEnd type="none"/>
          </a:ln>
        </p:spPr>
        <p:txBody>
          <a:bodyPr/>
          <a:lstStyle/>
          <a:p>
            <a:endParaRPr lang="en-US"/>
          </a:p>
        </p:txBody>
      </p:sp>
      <p:sp>
        <p:nvSpPr>
          <p:cNvPr id="9" name="Text 7"/>
          <p:cNvSpPr/>
          <p:nvPr/>
        </p:nvSpPr>
        <p:spPr>
          <a:xfrm>
            <a:off x="566928" y="1444751"/>
            <a:ext cx="6291072" cy="914397"/>
          </a:xfrm>
          <a:prstGeom prst="rect">
            <a:avLst/>
          </a:prstGeom>
          <a:noFill/>
          <a:ln/>
        </p:spPr>
        <p:txBody>
          <a:bodyPr wrap="square" lIns="254" tIns="254" rIns="254" bIns="254" rtlCol="0" anchor="ctr">
            <a:noAutofit/>
          </a:bodyPr>
          <a:lstStyle/>
          <a:p>
            <a:pPr marL="0" indent="0">
              <a:buNone/>
            </a:pPr>
            <a:r>
              <a:rPr lang="en-US" sz="2500" dirty="0">
                <a:solidFill>
                  <a:schemeClr val="bg1"/>
                </a:solidFill>
                <a:latin typeface="Times New Roman" panose="02020603050405020304" pitchFamily="18" charset="0"/>
                <a:ea typeface="Times New Roman" pitchFamily="34" charset="-122"/>
                <a:cs typeface="Times New Roman" panose="02020603050405020304" pitchFamily="18" charset="0"/>
              </a:rPr>
              <a:t>Insertion stores a key-value pair by hashing the key, mapping the index, and placing the value.</a:t>
            </a:r>
            <a:endParaRPr lang="en-US" sz="2500" dirty="0">
              <a:solidFill>
                <a:schemeClr val="bg1"/>
              </a:solidFill>
              <a:latin typeface="Times New Roman" panose="02020603050405020304" pitchFamily="18" charset="0"/>
              <a:cs typeface="Times New Roman" panose="02020603050405020304" pitchFamily="18" charset="0"/>
            </a:endParaRPr>
          </a:p>
        </p:txBody>
      </p:sp>
      <p:sp>
        <p:nvSpPr>
          <p:cNvPr id="10" name="Shape 8"/>
          <p:cNvSpPr/>
          <p:nvPr/>
        </p:nvSpPr>
        <p:spPr>
          <a:xfrm>
            <a:off x="272369" y="2907408"/>
            <a:ext cx="1940863" cy="1158760"/>
          </a:xfrm>
          <a:prstGeom prst="roundRect">
            <a:avLst>
              <a:gd name="adj" fmla="val 6000"/>
            </a:avLst>
          </a:prstGeom>
          <a:solidFill>
            <a:srgbClr val="121F38"/>
          </a:solidFill>
          <a:ln w="15240">
            <a:solidFill>
              <a:srgbClr val="47D7FF">
                <a:alpha val="90000"/>
              </a:srgbClr>
            </a:solidFill>
            <a:prstDash val="solid"/>
          </a:ln>
        </p:spPr>
        <p:txBody>
          <a:bodyPr/>
          <a:lstStyle/>
          <a:p>
            <a:endParaRPr lang="en-US"/>
          </a:p>
        </p:txBody>
      </p:sp>
      <p:sp>
        <p:nvSpPr>
          <p:cNvPr id="11" name="Text 9"/>
          <p:cNvSpPr/>
          <p:nvPr/>
        </p:nvSpPr>
        <p:spPr>
          <a:xfrm>
            <a:off x="272369" y="2930655"/>
            <a:ext cx="1940863" cy="1135505"/>
          </a:xfrm>
          <a:prstGeom prst="rect">
            <a:avLst/>
          </a:prstGeom>
          <a:noFill/>
          <a:ln/>
        </p:spPr>
        <p:txBody>
          <a:bodyPr wrap="square" lIns="381" tIns="381" rIns="381" bIns="381" rtlCol="0" anchor="ctr">
            <a:noAutofit/>
          </a:bodyPr>
          <a:lstStyle/>
          <a:p>
            <a:pPr marL="0" indent="0" algn="ctr">
              <a:buNone/>
            </a:pPr>
            <a:r>
              <a:rPr lang="en-US" sz="2500" b="1" dirty="0">
                <a:solidFill>
                  <a:srgbClr val="F8FAFC"/>
                </a:solidFill>
                <a:latin typeface="Times New Roman" panose="02020603050405020304" pitchFamily="18" charset="0"/>
                <a:ea typeface="Times New Roman" pitchFamily="34" charset="-122"/>
                <a:cs typeface="Times New Roman" panose="02020603050405020304" pitchFamily="18" charset="0"/>
              </a:rPr>
              <a:t>1</a:t>
            </a:r>
            <a:endParaRPr lang="en-US" sz="2500" dirty="0">
              <a:latin typeface="Times New Roman" panose="02020603050405020304" pitchFamily="18" charset="0"/>
              <a:cs typeface="Times New Roman" panose="02020603050405020304" pitchFamily="18" charset="0"/>
            </a:endParaRPr>
          </a:p>
          <a:p>
            <a:pPr marL="0" indent="0" algn="ctr">
              <a:buNone/>
            </a:pPr>
            <a:r>
              <a:rPr lang="en-US" sz="2500" b="1" dirty="0">
                <a:solidFill>
                  <a:srgbClr val="F8FAFC"/>
                </a:solidFill>
                <a:latin typeface="Times New Roman" panose="02020603050405020304" pitchFamily="18" charset="0"/>
                <a:ea typeface="Times New Roman" pitchFamily="34" charset="-122"/>
                <a:cs typeface="Times New Roman" panose="02020603050405020304" pitchFamily="18" charset="0"/>
              </a:rPr>
              <a:t>Key provided</a:t>
            </a:r>
            <a:endParaRPr lang="en-US" sz="2500" dirty="0">
              <a:latin typeface="Times New Roman" panose="02020603050405020304" pitchFamily="18" charset="0"/>
              <a:cs typeface="Times New Roman" panose="02020603050405020304" pitchFamily="18" charset="0"/>
            </a:endParaRPr>
          </a:p>
        </p:txBody>
      </p:sp>
      <p:sp>
        <p:nvSpPr>
          <p:cNvPr id="12" name="Shape 10"/>
          <p:cNvSpPr/>
          <p:nvPr/>
        </p:nvSpPr>
        <p:spPr>
          <a:xfrm>
            <a:off x="2213232" y="3486788"/>
            <a:ext cx="393192" cy="0"/>
          </a:xfrm>
          <a:prstGeom prst="line">
            <a:avLst/>
          </a:prstGeom>
          <a:noFill/>
          <a:ln w="27940">
            <a:solidFill>
              <a:srgbClr val="47D7FF"/>
            </a:solidFill>
            <a:prstDash val="solid"/>
            <a:headEnd type="none"/>
            <a:tailEnd type="triangle"/>
          </a:ln>
        </p:spPr>
        <p:txBody>
          <a:bodyPr/>
          <a:lstStyle/>
          <a:p>
            <a:endParaRPr lang="en-US"/>
          </a:p>
        </p:txBody>
      </p:sp>
      <p:sp>
        <p:nvSpPr>
          <p:cNvPr id="13" name="Shape 11"/>
          <p:cNvSpPr/>
          <p:nvPr/>
        </p:nvSpPr>
        <p:spPr>
          <a:xfrm>
            <a:off x="2618925" y="2907407"/>
            <a:ext cx="1943100" cy="1158757"/>
          </a:xfrm>
          <a:prstGeom prst="roundRect">
            <a:avLst>
              <a:gd name="adj" fmla="val 6000"/>
            </a:avLst>
          </a:prstGeom>
          <a:solidFill>
            <a:srgbClr val="121F38"/>
          </a:solidFill>
          <a:ln w="15240">
            <a:solidFill>
              <a:srgbClr val="8B5CF6">
                <a:alpha val="90000"/>
              </a:srgbClr>
            </a:solidFill>
            <a:prstDash val="solid"/>
          </a:ln>
        </p:spPr>
        <p:txBody>
          <a:bodyPr/>
          <a:lstStyle/>
          <a:p>
            <a:endParaRPr lang="en-US"/>
          </a:p>
        </p:txBody>
      </p:sp>
      <p:sp>
        <p:nvSpPr>
          <p:cNvPr id="14" name="Text 12"/>
          <p:cNvSpPr/>
          <p:nvPr/>
        </p:nvSpPr>
        <p:spPr>
          <a:xfrm>
            <a:off x="2618774" y="2907396"/>
            <a:ext cx="1943251" cy="1158760"/>
          </a:xfrm>
          <a:prstGeom prst="rect">
            <a:avLst/>
          </a:prstGeom>
          <a:noFill/>
          <a:ln/>
        </p:spPr>
        <p:txBody>
          <a:bodyPr wrap="square" lIns="381" tIns="381" rIns="381" bIns="381" rtlCol="0" anchor="ctr">
            <a:normAutofit/>
          </a:bodyPr>
          <a:lstStyle/>
          <a:p>
            <a:pPr marL="0" indent="0" algn="ctr">
              <a:buNone/>
            </a:pPr>
            <a:r>
              <a:rPr lang="en-US" sz="2500" b="1" dirty="0">
                <a:solidFill>
                  <a:srgbClr val="F8FAFC"/>
                </a:solidFill>
                <a:latin typeface="Times New Roman" panose="02020603050405020304" pitchFamily="18" charset="0"/>
                <a:ea typeface="Times New Roman" pitchFamily="34" charset="-122"/>
                <a:cs typeface="Times New Roman" panose="02020603050405020304" pitchFamily="18" charset="0"/>
              </a:rPr>
              <a:t>2</a:t>
            </a:r>
            <a:endParaRPr lang="en-US" sz="2500" dirty="0">
              <a:latin typeface="Times New Roman" panose="02020603050405020304" pitchFamily="18" charset="0"/>
              <a:cs typeface="Times New Roman" panose="02020603050405020304" pitchFamily="18" charset="0"/>
            </a:endParaRPr>
          </a:p>
          <a:p>
            <a:pPr marL="0" indent="0" algn="ctr">
              <a:buNone/>
            </a:pPr>
            <a:r>
              <a:rPr lang="en-US" sz="2500" b="1" dirty="0">
                <a:solidFill>
                  <a:srgbClr val="F8FAFC"/>
                </a:solidFill>
                <a:latin typeface="Times New Roman" panose="02020603050405020304" pitchFamily="18" charset="0"/>
                <a:ea typeface="Times New Roman" pitchFamily="34" charset="-122"/>
                <a:cs typeface="Times New Roman" panose="02020603050405020304" pitchFamily="18" charset="0"/>
              </a:rPr>
              <a:t>Hash key</a:t>
            </a:r>
            <a:endParaRPr lang="en-US" sz="2500" dirty="0">
              <a:latin typeface="Times New Roman" panose="02020603050405020304" pitchFamily="18" charset="0"/>
              <a:cs typeface="Times New Roman" panose="02020603050405020304" pitchFamily="18" charset="0"/>
            </a:endParaRPr>
          </a:p>
        </p:txBody>
      </p:sp>
      <p:sp>
        <p:nvSpPr>
          <p:cNvPr id="15" name="Shape 13"/>
          <p:cNvSpPr/>
          <p:nvPr/>
        </p:nvSpPr>
        <p:spPr>
          <a:xfrm>
            <a:off x="4562025" y="3533480"/>
            <a:ext cx="393192" cy="0"/>
          </a:xfrm>
          <a:prstGeom prst="line">
            <a:avLst/>
          </a:prstGeom>
          <a:noFill/>
          <a:ln w="27940">
            <a:solidFill>
              <a:srgbClr val="8B5CF6"/>
            </a:solidFill>
            <a:prstDash val="solid"/>
            <a:headEnd type="none"/>
            <a:tailEnd type="triangle"/>
          </a:ln>
        </p:spPr>
        <p:txBody>
          <a:bodyPr/>
          <a:lstStyle/>
          <a:p>
            <a:endParaRPr lang="en-US"/>
          </a:p>
        </p:txBody>
      </p:sp>
      <p:sp>
        <p:nvSpPr>
          <p:cNvPr id="16" name="Shape 14"/>
          <p:cNvSpPr/>
          <p:nvPr/>
        </p:nvSpPr>
        <p:spPr>
          <a:xfrm>
            <a:off x="4949429" y="2959557"/>
            <a:ext cx="1968102" cy="1149193"/>
          </a:xfrm>
          <a:prstGeom prst="roundRect">
            <a:avLst>
              <a:gd name="adj" fmla="val 6000"/>
            </a:avLst>
          </a:prstGeom>
          <a:solidFill>
            <a:srgbClr val="121F38"/>
          </a:solidFill>
          <a:ln w="15240">
            <a:solidFill>
              <a:srgbClr val="B4F564">
                <a:alpha val="90000"/>
              </a:srgbClr>
            </a:solidFill>
            <a:prstDash val="solid"/>
          </a:ln>
        </p:spPr>
        <p:txBody>
          <a:bodyPr/>
          <a:lstStyle/>
          <a:p>
            <a:endParaRPr lang="en-US"/>
          </a:p>
        </p:txBody>
      </p:sp>
      <p:sp>
        <p:nvSpPr>
          <p:cNvPr id="17" name="Text 15"/>
          <p:cNvSpPr/>
          <p:nvPr/>
        </p:nvSpPr>
        <p:spPr>
          <a:xfrm>
            <a:off x="4955217" y="2939522"/>
            <a:ext cx="1962313" cy="1158756"/>
          </a:xfrm>
          <a:prstGeom prst="rect">
            <a:avLst/>
          </a:prstGeom>
          <a:noFill/>
          <a:ln/>
        </p:spPr>
        <p:txBody>
          <a:bodyPr wrap="square" lIns="381" tIns="381" rIns="381" bIns="381" rtlCol="0" anchor="ctr">
            <a:noAutofit/>
          </a:bodyPr>
          <a:lstStyle/>
          <a:p>
            <a:pPr marL="0" indent="0" algn="ctr">
              <a:buNone/>
            </a:pPr>
            <a:r>
              <a:rPr lang="en-US" sz="2500" b="1" dirty="0">
                <a:solidFill>
                  <a:srgbClr val="F8FAFC"/>
                </a:solidFill>
                <a:latin typeface="Times New Roman" panose="02020603050405020304" pitchFamily="18" charset="0"/>
                <a:ea typeface="Times New Roman" pitchFamily="34" charset="-122"/>
                <a:cs typeface="Times New Roman" panose="02020603050405020304" pitchFamily="18" charset="0"/>
              </a:rPr>
              <a:t>3</a:t>
            </a:r>
            <a:endParaRPr lang="en-US" sz="2500" dirty="0">
              <a:latin typeface="Times New Roman" panose="02020603050405020304" pitchFamily="18" charset="0"/>
              <a:cs typeface="Times New Roman" panose="02020603050405020304" pitchFamily="18" charset="0"/>
            </a:endParaRPr>
          </a:p>
          <a:p>
            <a:pPr marL="0" indent="0" algn="ctr">
              <a:buNone/>
            </a:pPr>
            <a:r>
              <a:rPr lang="en-US" sz="2500" b="1" dirty="0">
                <a:solidFill>
                  <a:srgbClr val="F8FAFC"/>
                </a:solidFill>
                <a:latin typeface="Times New Roman" panose="02020603050405020304" pitchFamily="18" charset="0"/>
                <a:ea typeface="Times New Roman" pitchFamily="34" charset="-122"/>
                <a:cs typeface="Times New Roman" panose="02020603050405020304" pitchFamily="18" charset="0"/>
              </a:rPr>
              <a:t>Compute index</a:t>
            </a:r>
            <a:endParaRPr lang="en-US" sz="2500" dirty="0">
              <a:latin typeface="Times New Roman" panose="02020603050405020304" pitchFamily="18" charset="0"/>
              <a:cs typeface="Times New Roman" panose="02020603050405020304" pitchFamily="18" charset="0"/>
            </a:endParaRPr>
          </a:p>
        </p:txBody>
      </p:sp>
      <p:sp>
        <p:nvSpPr>
          <p:cNvPr id="18" name="Shape 16"/>
          <p:cNvSpPr/>
          <p:nvPr/>
        </p:nvSpPr>
        <p:spPr>
          <a:xfrm>
            <a:off x="6917531" y="3533480"/>
            <a:ext cx="393192" cy="0"/>
          </a:xfrm>
          <a:prstGeom prst="line">
            <a:avLst/>
          </a:prstGeom>
          <a:noFill/>
          <a:ln w="27940">
            <a:solidFill>
              <a:srgbClr val="B4F564"/>
            </a:solidFill>
            <a:prstDash val="solid"/>
            <a:headEnd type="none"/>
            <a:tailEnd type="triangle"/>
          </a:ln>
        </p:spPr>
        <p:txBody>
          <a:bodyPr/>
          <a:lstStyle/>
          <a:p>
            <a:endParaRPr lang="en-US"/>
          </a:p>
        </p:txBody>
      </p:sp>
      <p:sp>
        <p:nvSpPr>
          <p:cNvPr id="19" name="Shape 17"/>
          <p:cNvSpPr/>
          <p:nvPr/>
        </p:nvSpPr>
        <p:spPr>
          <a:xfrm>
            <a:off x="7323073" y="2959556"/>
            <a:ext cx="1390959" cy="1173062"/>
          </a:xfrm>
          <a:prstGeom prst="roundRect">
            <a:avLst>
              <a:gd name="adj" fmla="val 6000"/>
            </a:avLst>
          </a:prstGeom>
          <a:solidFill>
            <a:srgbClr val="121F38"/>
          </a:solidFill>
          <a:ln w="15240">
            <a:solidFill>
              <a:srgbClr val="61D394">
                <a:alpha val="90000"/>
              </a:srgbClr>
            </a:solidFill>
            <a:prstDash val="solid"/>
          </a:ln>
        </p:spPr>
        <p:txBody>
          <a:bodyPr/>
          <a:lstStyle/>
          <a:p>
            <a:endParaRPr lang="en-US"/>
          </a:p>
        </p:txBody>
      </p:sp>
      <p:sp>
        <p:nvSpPr>
          <p:cNvPr id="20" name="Text 18"/>
          <p:cNvSpPr/>
          <p:nvPr/>
        </p:nvSpPr>
        <p:spPr>
          <a:xfrm>
            <a:off x="7310723" y="2976189"/>
            <a:ext cx="1403309" cy="1149193"/>
          </a:xfrm>
          <a:prstGeom prst="rect">
            <a:avLst/>
          </a:prstGeom>
          <a:noFill/>
          <a:ln/>
        </p:spPr>
        <p:txBody>
          <a:bodyPr wrap="square" lIns="381" tIns="381" rIns="381" bIns="381" rtlCol="0" anchor="ctr">
            <a:noAutofit/>
          </a:bodyPr>
          <a:lstStyle/>
          <a:p>
            <a:pPr marL="0" indent="0" algn="ctr">
              <a:buNone/>
            </a:pPr>
            <a:r>
              <a:rPr lang="en-US" sz="2500" b="1" dirty="0">
                <a:solidFill>
                  <a:srgbClr val="F8FAFC"/>
                </a:solidFill>
                <a:latin typeface="Times New Roman" panose="02020603050405020304" pitchFamily="18" charset="0"/>
                <a:ea typeface="Times New Roman" pitchFamily="34" charset="-122"/>
                <a:cs typeface="Times New Roman" panose="02020603050405020304" pitchFamily="18" charset="0"/>
              </a:rPr>
              <a:t>4</a:t>
            </a:r>
            <a:endParaRPr lang="en-US" sz="2500" dirty="0">
              <a:latin typeface="Times New Roman" panose="02020603050405020304" pitchFamily="18" charset="0"/>
              <a:cs typeface="Times New Roman" panose="02020603050405020304" pitchFamily="18" charset="0"/>
            </a:endParaRPr>
          </a:p>
          <a:p>
            <a:pPr marL="0" indent="0" algn="ctr">
              <a:buNone/>
            </a:pPr>
            <a:r>
              <a:rPr lang="en-US" sz="2500" b="1" dirty="0">
                <a:solidFill>
                  <a:srgbClr val="F8FAFC"/>
                </a:solidFill>
                <a:latin typeface="Times New Roman" panose="02020603050405020304" pitchFamily="18" charset="0"/>
                <a:ea typeface="Times New Roman" pitchFamily="34" charset="-122"/>
                <a:cs typeface="Times New Roman" panose="02020603050405020304" pitchFamily="18" charset="0"/>
              </a:rPr>
              <a:t>Store value</a:t>
            </a:r>
            <a:endParaRPr lang="en-US" sz="2500" dirty="0">
              <a:latin typeface="Times New Roman" panose="02020603050405020304" pitchFamily="18" charset="0"/>
              <a:cs typeface="Times New Roman" panose="02020603050405020304" pitchFamily="18" charset="0"/>
            </a:endParaRPr>
          </a:p>
        </p:txBody>
      </p:sp>
      <p:sp>
        <p:nvSpPr>
          <p:cNvPr id="21" name="Shape 19"/>
          <p:cNvSpPr/>
          <p:nvPr/>
        </p:nvSpPr>
        <p:spPr>
          <a:xfrm>
            <a:off x="9133691" y="3180572"/>
            <a:ext cx="475488" cy="676656"/>
          </a:xfrm>
          <a:prstGeom prst="rect">
            <a:avLst/>
          </a:prstGeom>
          <a:solidFill>
            <a:srgbClr val="121F38">
              <a:alpha val="88000"/>
            </a:srgbClr>
          </a:solidFill>
          <a:ln w="8890">
            <a:solidFill>
              <a:srgbClr val="6B7895">
                <a:alpha val="55000"/>
              </a:srgbClr>
            </a:solidFill>
            <a:prstDash val="solid"/>
          </a:ln>
        </p:spPr>
        <p:txBody>
          <a:bodyPr/>
          <a:lstStyle/>
          <a:p>
            <a:endParaRPr lang="en-US"/>
          </a:p>
        </p:txBody>
      </p:sp>
      <p:sp>
        <p:nvSpPr>
          <p:cNvPr id="23" name="Shape 21"/>
          <p:cNvSpPr/>
          <p:nvPr/>
        </p:nvSpPr>
        <p:spPr>
          <a:xfrm>
            <a:off x="9709278" y="3180572"/>
            <a:ext cx="475488" cy="676656"/>
          </a:xfrm>
          <a:prstGeom prst="rect">
            <a:avLst/>
          </a:prstGeom>
          <a:solidFill>
            <a:srgbClr val="121F38">
              <a:alpha val="88000"/>
            </a:srgbClr>
          </a:solidFill>
          <a:ln w="8890">
            <a:solidFill>
              <a:srgbClr val="6B7895">
                <a:alpha val="55000"/>
              </a:srgbClr>
            </a:solidFill>
            <a:prstDash val="solid"/>
          </a:ln>
        </p:spPr>
        <p:txBody>
          <a:bodyPr/>
          <a:lstStyle/>
          <a:p>
            <a:endParaRPr lang="en-US"/>
          </a:p>
        </p:txBody>
      </p:sp>
      <p:sp>
        <p:nvSpPr>
          <p:cNvPr id="25" name="Shape 23"/>
          <p:cNvSpPr/>
          <p:nvPr/>
        </p:nvSpPr>
        <p:spPr>
          <a:xfrm>
            <a:off x="10284865" y="3180572"/>
            <a:ext cx="475488" cy="676656"/>
          </a:xfrm>
          <a:prstGeom prst="rect">
            <a:avLst/>
          </a:prstGeom>
          <a:solidFill>
            <a:srgbClr val="1DA7D6">
              <a:alpha val="95000"/>
            </a:srgbClr>
          </a:solidFill>
          <a:ln w="20320">
            <a:solidFill>
              <a:srgbClr val="47D7FF"/>
            </a:solidFill>
            <a:prstDash val="solid"/>
          </a:ln>
        </p:spPr>
        <p:txBody>
          <a:bodyPr/>
          <a:lstStyle/>
          <a:p>
            <a:endParaRPr lang="en-US"/>
          </a:p>
        </p:txBody>
      </p:sp>
      <p:sp>
        <p:nvSpPr>
          <p:cNvPr id="27" name="Shape 25"/>
          <p:cNvSpPr/>
          <p:nvPr/>
        </p:nvSpPr>
        <p:spPr>
          <a:xfrm>
            <a:off x="10841774" y="3180572"/>
            <a:ext cx="475488" cy="676656"/>
          </a:xfrm>
          <a:prstGeom prst="rect">
            <a:avLst/>
          </a:prstGeom>
          <a:solidFill>
            <a:srgbClr val="121F38">
              <a:alpha val="88000"/>
            </a:srgbClr>
          </a:solidFill>
          <a:ln w="8890">
            <a:solidFill>
              <a:srgbClr val="6B7895">
                <a:alpha val="55000"/>
              </a:srgbClr>
            </a:solidFill>
            <a:prstDash val="solid"/>
          </a:ln>
        </p:spPr>
        <p:txBody>
          <a:bodyPr/>
          <a:lstStyle/>
          <a:p>
            <a:endParaRPr lang="en-US"/>
          </a:p>
        </p:txBody>
      </p:sp>
      <p:sp>
        <p:nvSpPr>
          <p:cNvPr id="29" name="Shape 27"/>
          <p:cNvSpPr/>
          <p:nvPr/>
        </p:nvSpPr>
        <p:spPr>
          <a:xfrm>
            <a:off x="11398683" y="3195152"/>
            <a:ext cx="475488" cy="676656"/>
          </a:xfrm>
          <a:prstGeom prst="rect">
            <a:avLst/>
          </a:prstGeom>
          <a:solidFill>
            <a:srgbClr val="121F38">
              <a:alpha val="88000"/>
            </a:srgbClr>
          </a:solidFill>
          <a:ln w="8890">
            <a:solidFill>
              <a:srgbClr val="6B7895">
                <a:alpha val="55000"/>
              </a:srgbClr>
            </a:solidFill>
            <a:prstDash val="solid"/>
          </a:ln>
        </p:spPr>
        <p:txBody>
          <a:bodyPr/>
          <a:lstStyle/>
          <a:p>
            <a:endParaRPr lang="en-US"/>
          </a:p>
        </p:txBody>
      </p:sp>
      <p:sp>
        <p:nvSpPr>
          <p:cNvPr id="31" name="Shape 29"/>
          <p:cNvSpPr/>
          <p:nvPr/>
        </p:nvSpPr>
        <p:spPr>
          <a:xfrm>
            <a:off x="8714032" y="3533480"/>
            <a:ext cx="356616" cy="0"/>
          </a:xfrm>
          <a:prstGeom prst="line">
            <a:avLst/>
          </a:prstGeom>
          <a:noFill/>
          <a:ln w="27940">
            <a:solidFill>
              <a:srgbClr val="61D394"/>
            </a:solidFill>
            <a:prstDash val="solid"/>
            <a:headEnd type="none"/>
            <a:tailEnd type="triangle"/>
          </a:ln>
        </p:spPr>
        <p:txBody>
          <a:bodyPr/>
          <a:lstStyle/>
          <a:p>
            <a:endParaRPr lang="en-US"/>
          </a:p>
        </p:txBody>
      </p:sp>
      <p:sp>
        <p:nvSpPr>
          <p:cNvPr id="32" name="Shape 30"/>
          <p:cNvSpPr/>
          <p:nvPr/>
        </p:nvSpPr>
        <p:spPr>
          <a:xfrm>
            <a:off x="269061" y="4921249"/>
            <a:ext cx="8444971" cy="713232"/>
          </a:xfrm>
          <a:prstGeom prst="roundRect">
            <a:avLst>
              <a:gd name="adj" fmla="val 10256"/>
            </a:avLst>
          </a:prstGeom>
          <a:solidFill>
            <a:srgbClr val="101A2D"/>
          </a:solidFill>
          <a:ln w="12700">
            <a:solidFill>
              <a:srgbClr val="6B7895">
                <a:alpha val="60000"/>
              </a:srgbClr>
            </a:solidFill>
            <a:prstDash val="solid"/>
          </a:ln>
        </p:spPr>
        <p:txBody>
          <a:bodyPr/>
          <a:lstStyle/>
          <a:p>
            <a:endParaRPr lang="en-US"/>
          </a:p>
        </p:txBody>
      </p:sp>
      <p:sp>
        <p:nvSpPr>
          <p:cNvPr id="33" name="Text 31"/>
          <p:cNvSpPr/>
          <p:nvPr/>
        </p:nvSpPr>
        <p:spPr>
          <a:xfrm>
            <a:off x="269061" y="5134150"/>
            <a:ext cx="8444971" cy="319774"/>
          </a:xfrm>
          <a:prstGeom prst="rect">
            <a:avLst/>
          </a:prstGeom>
          <a:noFill/>
          <a:ln/>
        </p:spPr>
        <p:txBody>
          <a:bodyPr wrap="square" lIns="0" tIns="0" rIns="0" bIns="0" rtlCol="0" anchor="ctr"/>
          <a:lstStyle/>
          <a:p>
            <a:pPr marL="0" indent="0" algn="ctr">
              <a:buNone/>
            </a:pPr>
            <a:r>
              <a:rPr lang="en-US" sz="2000" b="1" dirty="0">
                <a:solidFill>
                  <a:srgbClr val="F8FAFC"/>
                </a:solidFill>
                <a:latin typeface="Times New Roman" panose="02020603050405020304" pitchFamily="18" charset="0"/>
                <a:cs typeface="Times New Roman" panose="02020603050405020304" pitchFamily="18" charset="0"/>
              </a:rPr>
              <a:t>If the bucket is occupied, collision handling decides where the value goes.</a:t>
            </a:r>
            <a:endParaRPr lang="en-US" sz="2000" dirty="0">
              <a:latin typeface="Times New Roman" panose="02020603050405020304" pitchFamily="18" charset="0"/>
              <a:cs typeface="Times New Roman" panose="02020603050405020304" pitchFamily="18" charset="0"/>
            </a:endParaRPr>
          </a:p>
        </p:txBody>
      </p:sp>
      <p:sp>
        <p:nvSpPr>
          <p:cNvPr id="34" name="Shape 0">
            <a:extLst>
              <a:ext uri="{FF2B5EF4-FFF2-40B4-BE49-F238E27FC236}">
                <a16:creationId xmlns:a16="http://schemas.microsoft.com/office/drawing/2014/main" id="{3D905BA1-65DA-2F38-CB15-C19C5414E1D0}"/>
              </a:ext>
            </a:extLst>
          </p:cNvPr>
          <p:cNvSpPr/>
          <p:nvPr/>
        </p:nvSpPr>
        <p:spPr>
          <a:xfrm>
            <a:off x="-16147" y="-22568"/>
            <a:ext cx="109728" cy="6880568"/>
          </a:xfrm>
          <a:prstGeom prst="rect">
            <a:avLst/>
          </a:prstGeom>
          <a:solidFill>
            <a:srgbClr val="47D7FF"/>
          </a:solidFill>
          <a:ln w="12700">
            <a:solidFill>
              <a:srgbClr val="47D7FF">
                <a:alpha val="0"/>
              </a:srgbClr>
            </a:solidFill>
            <a:prstDash val="solid"/>
          </a:ln>
        </p:spPr>
        <p:txBody>
          <a:bodyPr/>
          <a:lstStyle/>
          <a:p>
            <a:endParaRPr lang="en-US"/>
          </a:p>
        </p:txBody>
      </p:sp>
      <p:sp>
        <p:nvSpPr>
          <p:cNvPr id="35" name="Shape 0">
            <a:extLst>
              <a:ext uri="{FF2B5EF4-FFF2-40B4-BE49-F238E27FC236}">
                <a16:creationId xmlns:a16="http://schemas.microsoft.com/office/drawing/2014/main" id="{AFA6C24E-1FE2-5974-300E-684FD4350DE6}"/>
              </a:ext>
            </a:extLst>
          </p:cNvPr>
          <p:cNvSpPr/>
          <p:nvPr/>
        </p:nvSpPr>
        <p:spPr>
          <a:xfrm>
            <a:off x="12049651" y="-22568"/>
            <a:ext cx="137160" cy="6880568"/>
          </a:xfrm>
          <a:prstGeom prst="rect">
            <a:avLst/>
          </a:prstGeom>
          <a:solidFill>
            <a:srgbClr val="47D7FF"/>
          </a:solidFill>
          <a:ln w="12700">
            <a:solidFill>
              <a:srgbClr val="47D7FF">
                <a:alpha val="0"/>
              </a:srgbClr>
            </a:solidFill>
            <a:prstDash val="solid"/>
          </a:ln>
        </p:spPr>
        <p:txBody>
          <a:bodyPr/>
          <a:lstStyle/>
          <a:p>
            <a:endParaRPr lang="en-US"/>
          </a:p>
        </p:txBody>
      </p:sp>
      <p:sp>
        <p:nvSpPr>
          <p:cNvPr id="36" name="Text 18">
            <a:extLst>
              <a:ext uri="{FF2B5EF4-FFF2-40B4-BE49-F238E27FC236}">
                <a16:creationId xmlns:a16="http://schemas.microsoft.com/office/drawing/2014/main" id="{032AECA2-4704-BFD2-63F0-72B0E4CB5D7B}"/>
              </a:ext>
            </a:extLst>
          </p:cNvPr>
          <p:cNvSpPr/>
          <p:nvPr/>
        </p:nvSpPr>
        <p:spPr>
          <a:xfrm>
            <a:off x="9143376" y="3180572"/>
            <a:ext cx="466344" cy="676656"/>
          </a:xfrm>
          <a:prstGeom prst="rect">
            <a:avLst/>
          </a:prstGeom>
          <a:noFill/>
          <a:ln/>
        </p:spPr>
        <p:txBody>
          <a:bodyPr wrap="square" lIns="0" tIns="0" rIns="0" bIns="0" rtlCol="0" anchor="ctr"/>
          <a:lstStyle/>
          <a:p>
            <a:pPr marL="0" indent="0" algn="ctr">
              <a:buNone/>
            </a:pPr>
            <a:r>
              <a:rPr lang="en-US" sz="2500" dirty="0">
                <a:latin typeface="Times New Roman" panose="02020603050405020304" pitchFamily="18" charset="0"/>
                <a:ea typeface="Times New Roman" pitchFamily="34" charset="-122"/>
                <a:cs typeface="Times New Roman" panose="02020603050405020304" pitchFamily="18" charset="0"/>
              </a:rPr>
              <a:t>0</a:t>
            </a:r>
            <a:endParaRPr lang="en-US" sz="2500" dirty="0">
              <a:latin typeface="Times New Roman" panose="02020603050405020304" pitchFamily="18" charset="0"/>
              <a:cs typeface="Times New Roman" panose="02020603050405020304" pitchFamily="18" charset="0"/>
            </a:endParaRPr>
          </a:p>
        </p:txBody>
      </p:sp>
      <p:sp>
        <p:nvSpPr>
          <p:cNvPr id="37" name="Text 18">
            <a:extLst>
              <a:ext uri="{FF2B5EF4-FFF2-40B4-BE49-F238E27FC236}">
                <a16:creationId xmlns:a16="http://schemas.microsoft.com/office/drawing/2014/main" id="{9EBB5941-BB29-F904-F615-BF7A85FC59E2}"/>
              </a:ext>
            </a:extLst>
          </p:cNvPr>
          <p:cNvSpPr/>
          <p:nvPr/>
        </p:nvSpPr>
        <p:spPr>
          <a:xfrm>
            <a:off x="9707202" y="3180572"/>
            <a:ext cx="466344" cy="676656"/>
          </a:xfrm>
          <a:prstGeom prst="rect">
            <a:avLst/>
          </a:prstGeom>
          <a:noFill/>
          <a:ln/>
        </p:spPr>
        <p:txBody>
          <a:bodyPr wrap="square" lIns="0" tIns="0" rIns="0" bIns="0" rtlCol="0" anchor="ctr"/>
          <a:lstStyle/>
          <a:p>
            <a:pPr marL="0" indent="0" algn="ctr">
              <a:buNone/>
            </a:pPr>
            <a:r>
              <a:rPr lang="en-US" sz="2500" dirty="0">
                <a:latin typeface="Times New Roman" panose="02020603050405020304" pitchFamily="18" charset="0"/>
                <a:cs typeface="Times New Roman" panose="02020603050405020304" pitchFamily="18" charset="0"/>
              </a:rPr>
              <a:t>1</a:t>
            </a:r>
          </a:p>
        </p:txBody>
      </p:sp>
      <p:sp>
        <p:nvSpPr>
          <p:cNvPr id="38" name="Text 18">
            <a:extLst>
              <a:ext uri="{FF2B5EF4-FFF2-40B4-BE49-F238E27FC236}">
                <a16:creationId xmlns:a16="http://schemas.microsoft.com/office/drawing/2014/main" id="{63606383-0957-5D6A-030E-C273662AF60B}"/>
              </a:ext>
            </a:extLst>
          </p:cNvPr>
          <p:cNvSpPr/>
          <p:nvPr/>
        </p:nvSpPr>
        <p:spPr>
          <a:xfrm>
            <a:off x="10271027" y="3180572"/>
            <a:ext cx="489325" cy="676656"/>
          </a:xfrm>
          <a:prstGeom prst="rect">
            <a:avLst/>
          </a:prstGeom>
          <a:noFill/>
          <a:ln/>
        </p:spPr>
        <p:txBody>
          <a:bodyPr wrap="square" lIns="0" tIns="0" rIns="0" bIns="0" rtlCol="0" anchor="ctr"/>
          <a:lstStyle/>
          <a:p>
            <a:pPr marL="0" indent="0" algn="ctr">
              <a:buNone/>
            </a:pPr>
            <a:r>
              <a:rPr lang="en-US" sz="2500" dirty="0">
                <a:latin typeface="Times New Roman" panose="02020603050405020304" pitchFamily="18" charset="0"/>
                <a:cs typeface="Times New Roman" panose="02020603050405020304" pitchFamily="18" charset="0"/>
              </a:rPr>
              <a:t>2</a:t>
            </a:r>
          </a:p>
        </p:txBody>
      </p:sp>
      <p:sp>
        <p:nvSpPr>
          <p:cNvPr id="39" name="Text 18">
            <a:extLst>
              <a:ext uri="{FF2B5EF4-FFF2-40B4-BE49-F238E27FC236}">
                <a16:creationId xmlns:a16="http://schemas.microsoft.com/office/drawing/2014/main" id="{2607C0BA-1C36-3273-1F95-E1207A26174A}"/>
              </a:ext>
            </a:extLst>
          </p:cNvPr>
          <p:cNvSpPr/>
          <p:nvPr/>
        </p:nvSpPr>
        <p:spPr>
          <a:xfrm>
            <a:off x="10834854" y="3195152"/>
            <a:ext cx="466344" cy="662076"/>
          </a:xfrm>
          <a:prstGeom prst="rect">
            <a:avLst/>
          </a:prstGeom>
          <a:noFill/>
          <a:ln/>
        </p:spPr>
        <p:txBody>
          <a:bodyPr wrap="square" lIns="0" tIns="0" rIns="0" bIns="0" rtlCol="0" anchor="ctr"/>
          <a:lstStyle/>
          <a:p>
            <a:pPr marL="0" indent="0" algn="ctr">
              <a:buNone/>
            </a:pPr>
            <a:r>
              <a:rPr lang="en-US" sz="2500" dirty="0">
                <a:latin typeface="Times New Roman" panose="02020603050405020304" pitchFamily="18" charset="0"/>
                <a:cs typeface="Times New Roman" panose="02020603050405020304" pitchFamily="18" charset="0"/>
              </a:rPr>
              <a:t>3</a:t>
            </a:r>
          </a:p>
        </p:txBody>
      </p:sp>
      <p:sp>
        <p:nvSpPr>
          <p:cNvPr id="40" name="Text 18">
            <a:extLst>
              <a:ext uri="{FF2B5EF4-FFF2-40B4-BE49-F238E27FC236}">
                <a16:creationId xmlns:a16="http://schemas.microsoft.com/office/drawing/2014/main" id="{91049A55-FE00-A969-1A14-D2EB284C1DDD}"/>
              </a:ext>
            </a:extLst>
          </p:cNvPr>
          <p:cNvSpPr/>
          <p:nvPr/>
        </p:nvSpPr>
        <p:spPr>
          <a:xfrm>
            <a:off x="11398680" y="3195152"/>
            <a:ext cx="466344" cy="676656"/>
          </a:xfrm>
          <a:prstGeom prst="rect">
            <a:avLst/>
          </a:prstGeom>
          <a:noFill/>
          <a:ln/>
        </p:spPr>
        <p:txBody>
          <a:bodyPr wrap="square" lIns="0" tIns="0" rIns="0" bIns="0" rtlCol="0" anchor="ctr"/>
          <a:lstStyle/>
          <a:p>
            <a:pPr marL="0" indent="0" algn="ctr">
              <a:buNone/>
            </a:pPr>
            <a:r>
              <a:rPr lang="en-US" sz="2500" dirty="0">
                <a:latin typeface="Times New Roman" panose="02020603050405020304" pitchFamily="18" charset="0"/>
                <a:cs typeface="Times New Roman" panose="02020603050405020304" pitchFamily="18" charset="0"/>
              </a:rPr>
              <a:t>4</a:t>
            </a:r>
          </a:p>
        </p:txBody>
      </p:sp>
      <p:sp>
        <p:nvSpPr>
          <p:cNvPr id="3" name="Footer Placeholder 6">
            <a:extLst>
              <a:ext uri="{FF2B5EF4-FFF2-40B4-BE49-F238E27FC236}">
                <a16:creationId xmlns:a16="http://schemas.microsoft.com/office/drawing/2014/main" id="{7640FFE8-019D-47FC-3818-997A8905035B}"/>
              </a:ext>
            </a:extLst>
          </p:cNvPr>
          <p:cNvSpPr txBox="1">
            <a:spLocks/>
          </p:cNvSpPr>
          <p:nvPr/>
        </p:nvSpPr>
        <p:spPr>
          <a:xfrm>
            <a:off x="93582" y="6464808"/>
            <a:ext cx="11956069" cy="393192"/>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000" dirty="0">
                <a:solidFill>
                  <a:schemeClr val="bg1"/>
                </a:solidFill>
                <a:latin typeface="Times New Roman" panose="02020603050405020304" pitchFamily="18" charset="0"/>
                <a:cs typeface="Times New Roman" panose="02020603050405020304" pitchFamily="18" charset="0"/>
              </a:rPr>
              <a:t>Julien &amp; Jacobs                                           Data Structures 2: Final Presentation                                                    10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500" fill="hold"/>
                                        <p:tgtEl>
                                          <p:spTgt spid="9"/>
                                        </p:tgtEl>
                                        <p:attrNameLst>
                                          <p:attrName>ppt_x</p:attrName>
                                        </p:attrNameLst>
                                      </p:cBhvr>
                                      <p:tavLst>
                                        <p:tav tm="0">
                                          <p:val>
                                            <p:strVal val="0-#ppt_w/2"/>
                                          </p:val>
                                        </p:tav>
                                        <p:tav tm="100000">
                                          <p:val>
                                            <p:strVal val="#ppt_x"/>
                                          </p:val>
                                        </p:tav>
                                      </p:tavLst>
                                    </p:anim>
                                    <p:anim calcmode="lin" valueType="num">
                                      <p:cBhvr additive="base">
                                        <p:cTn id="8" dur="1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chemeClr val="tx1"/>
        </a:solidFill>
        <a:effectLst/>
      </p:bgPr>
    </p:bg>
    <p:spTree>
      <p:nvGrpSpPr>
        <p:cNvPr id="1" name=""/>
        <p:cNvGrpSpPr/>
        <p:nvPr/>
      </p:nvGrpSpPr>
      <p:grpSpPr>
        <a:xfrm>
          <a:off x="0" y="0"/>
          <a:ext cx="0" cy="0"/>
          <a:chOff x="0" y="0"/>
          <a:chExt cx="0" cy="0"/>
        </a:xfrm>
      </p:grpSpPr>
      <p:sp>
        <p:nvSpPr>
          <p:cNvPr id="6" name="Text 4"/>
          <p:cNvSpPr/>
          <p:nvPr/>
        </p:nvSpPr>
        <p:spPr>
          <a:xfrm>
            <a:off x="566928" y="393192"/>
            <a:ext cx="3108960" cy="256032"/>
          </a:xfrm>
          <a:prstGeom prst="rect">
            <a:avLst/>
          </a:prstGeom>
          <a:noFill/>
          <a:ln/>
        </p:spPr>
        <p:txBody>
          <a:bodyPr wrap="square" lIns="0" tIns="0" rIns="0" bIns="0" rtlCol="0" anchor="ctr"/>
          <a:lstStyle/>
          <a:p>
            <a:pPr marL="0" indent="0">
              <a:buNone/>
            </a:pPr>
            <a:r>
              <a:rPr lang="en-US" sz="1500" b="1" dirty="0">
                <a:solidFill>
                  <a:srgbClr val="47D7FF"/>
                </a:solidFill>
                <a:latin typeface="Times New Roman" panose="02020603050405020304" pitchFamily="18" charset="0"/>
                <a:ea typeface="Times New Roman" pitchFamily="34" charset="-122"/>
                <a:cs typeface="Times New Roman" panose="02020603050405020304" pitchFamily="18" charset="0"/>
              </a:rPr>
              <a:t>FAST LOOKUP</a:t>
            </a:r>
            <a:endParaRPr lang="en-US" sz="1500" dirty="0">
              <a:latin typeface="Times New Roman" panose="02020603050405020304" pitchFamily="18" charset="0"/>
              <a:cs typeface="Times New Roman" panose="02020603050405020304" pitchFamily="18" charset="0"/>
            </a:endParaRPr>
          </a:p>
        </p:txBody>
      </p:sp>
      <p:sp>
        <p:nvSpPr>
          <p:cNvPr id="7" name="Text 5"/>
          <p:cNvSpPr/>
          <p:nvPr/>
        </p:nvSpPr>
        <p:spPr>
          <a:xfrm>
            <a:off x="566928" y="658368"/>
            <a:ext cx="9875520" cy="493776"/>
          </a:xfrm>
          <a:prstGeom prst="rect">
            <a:avLst/>
          </a:prstGeom>
          <a:noFill/>
          <a:ln/>
        </p:spPr>
        <p:txBody>
          <a:bodyPr wrap="square" lIns="0" tIns="0" rIns="0" bIns="0" rtlCol="0" anchor="ctr">
            <a:normAutofit/>
          </a:bodyPr>
          <a:lstStyle/>
          <a:p>
            <a:pPr marL="0" indent="0">
              <a:buNone/>
            </a:pPr>
            <a:r>
              <a:rPr lang="en-US" sz="3000" b="1" dirty="0">
                <a:solidFill>
                  <a:schemeClr val="bg1"/>
                </a:solidFill>
                <a:latin typeface="Times New Roman" panose="02020603050405020304" pitchFamily="18" charset="0"/>
                <a:ea typeface="Times New Roman" pitchFamily="34" charset="-122"/>
                <a:cs typeface="Times New Roman" panose="02020603050405020304" pitchFamily="18" charset="0"/>
              </a:rPr>
              <a:t>Retrieval</a:t>
            </a:r>
            <a:endParaRPr lang="en-US" sz="3000" dirty="0">
              <a:solidFill>
                <a:schemeClr val="bg1"/>
              </a:solidFill>
              <a:latin typeface="Times New Roman" panose="02020603050405020304" pitchFamily="18" charset="0"/>
              <a:cs typeface="Times New Roman" panose="02020603050405020304" pitchFamily="18" charset="0"/>
            </a:endParaRPr>
          </a:p>
        </p:txBody>
      </p:sp>
      <p:sp>
        <p:nvSpPr>
          <p:cNvPr id="8" name="Shape 6"/>
          <p:cNvSpPr/>
          <p:nvPr/>
        </p:nvSpPr>
        <p:spPr>
          <a:xfrm>
            <a:off x="566928" y="1261872"/>
            <a:ext cx="1051560" cy="0"/>
          </a:xfrm>
          <a:prstGeom prst="line">
            <a:avLst/>
          </a:prstGeom>
          <a:noFill/>
          <a:ln w="25400">
            <a:solidFill>
              <a:srgbClr val="47D7FF"/>
            </a:solidFill>
            <a:prstDash val="solid"/>
            <a:headEnd type="none"/>
            <a:tailEnd type="none"/>
          </a:ln>
        </p:spPr>
        <p:txBody>
          <a:bodyPr/>
          <a:lstStyle/>
          <a:p>
            <a:endParaRPr lang="en-US"/>
          </a:p>
        </p:txBody>
      </p:sp>
      <p:sp>
        <p:nvSpPr>
          <p:cNvPr id="9" name="Text 7"/>
          <p:cNvSpPr/>
          <p:nvPr/>
        </p:nvSpPr>
        <p:spPr>
          <a:xfrm>
            <a:off x="566928" y="1444751"/>
            <a:ext cx="5328034" cy="1088137"/>
          </a:xfrm>
          <a:prstGeom prst="rect">
            <a:avLst/>
          </a:prstGeom>
          <a:noFill/>
          <a:ln/>
        </p:spPr>
        <p:txBody>
          <a:bodyPr wrap="square" lIns="254" tIns="254" rIns="254" bIns="254" rtlCol="0" anchor="ctr">
            <a:noAutofit/>
          </a:bodyPr>
          <a:lstStyle/>
          <a:p>
            <a:pPr marL="0" indent="0">
              <a:buNone/>
            </a:pPr>
            <a:r>
              <a:rPr lang="en-US" sz="2500" dirty="0">
                <a:solidFill>
                  <a:schemeClr val="bg1"/>
                </a:solidFill>
                <a:latin typeface="Times New Roman" panose="02020603050405020304" pitchFamily="18" charset="0"/>
                <a:ea typeface="Times New Roman" pitchFamily="34" charset="-122"/>
                <a:cs typeface="Times New Roman" panose="02020603050405020304" pitchFamily="18" charset="0"/>
              </a:rPr>
              <a:t>Retrieval hashes the key again and jumps directly to the most likely bucket.</a:t>
            </a:r>
            <a:endParaRPr lang="en-US" sz="2500" dirty="0">
              <a:solidFill>
                <a:schemeClr val="bg1"/>
              </a:solidFill>
              <a:latin typeface="Times New Roman" panose="02020603050405020304" pitchFamily="18" charset="0"/>
              <a:cs typeface="Times New Roman" panose="02020603050405020304" pitchFamily="18" charset="0"/>
            </a:endParaRPr>
          </a:p>
        </p:txBody>
      </p:sp>
      <p:sp>
        <p:nvSpPr>
          <p:cNvPr id="10" name="Shape 8"/>
          <p:cNvSpPr/>
          <p:nvPr/>
        </p:nvSpPr>
        <p:spPr>
          <a:xfrm>
            <a:off x="354080" y="3012959"/>
            <a:ext cx="1920240" cy="1307581"/>
          </a:xfrm>
          <a:prstGeom prst="roundRect">
            <a:avLst>
              <a:gd name="adj" fmla="val 6316"/>
            </a:avLst>
          </a:prstGeom>
          <a:solidFill>
            <a:srgbClr val="121F38"/>
          </a:solidFill>
          <a:ln w="15240">
            <a:solidFill>
              <a:srgbClr val="47D7FF">
                <a:alpha val="90000"/>
              </a:srgbClr>
            </a:solidFill>
            <a:prstDash val="solid"/>
          </a:ln>
        </p:spPr>
        <p:txBody>
          <a:bodyPr/>
          <a:lstStyle/>
          <a:p>
            <a:endParaRPr lang="en-US"/>
          </a:p>
        </p:txBody>
      </p:sp>
      <p:sp>
        <p:nvSpPr>
          <p:cNvPr id="11" name="Text 9"/>
          <p:cNvSpPr/>
          <p:nvPr/>
        </p:nvSpPr>
        <p:spPr>
          <a:xfrm>
            <a:off x="345520" y="3012959"/>
            <a:ext cx="1933567" cy="1298437"/>
          </a:xfrm>
          <a:prstGeom prst="rect">
            <a:avLst/>
          </a:prstGeom>
          <a:noFill/>
          <a:ln/>
        </p:spPr>
        <p:txBody>
          <a:bodyPr wrap="square" lIns="381" tIns="381" rIns="381" bIns="381" rtlCol="0" anchor="ctr">
            <a:noAutofit/>
          </a:bodyPr>
          <a:lstStyle/>
          <a:p>
            <a:pPr marL="0" indent="0" algn="ctr">
              <a:buNone/>
            </a:pPr>
            <a:r>
              <a:rPr lang="en-US" sz="2500" b="1" dirty="0">
                <a:solidFill>
                  <a:srgbClr val="F8FAFC"/>
                </a:solidFill>
                <a:latin typeface="Times New Roman" panose="02020603050405020304" pitchFamily="18" charset="0"/>
                <a:ea typeface="Times New Roman" pitchFamily="34" charset="-122"/>
                <a:cs typeface="Times New Roman" panose="02020603050405020304" pitchFamily="18" charset="0"/>
              </a:rPr>
              <a:t>Request</a:t>
            </a:r>
            <a:endParaRPr lang="en-US" sz="2500" dirty="0">
              <a:latin typeface="Times New Roman" panose="02020603050405020304" pitchFamily="18" charset="0"/>
              <a:cs typeface="Times New Roman" panose="02020603050405020304" pitchFamily="18" charset="0"/>
            </a:endParaRPr>
          </a:p>
          <a:p>
            <a:pPr marL="0" indent="0" algn="ctr">
              <a:buNone/>
            </a:pPr>
            <a:r>
              <a:rPr lang="en-US" sz="2500" b="1" dirty="0">
                <a:solidFill>
                  <a:srgbClr val="F8FAFC"/>
                </a:solidFill>
                <a:latin typeface="Times New Roman" panose="02020603050405020304" pitchFamily="18" charset="0"/>
                <a:ea typeface="Times New Roman" pitchFamily="34" charset="-122"/>
                <a:cs typeface="Times New Roman" panose="02020603050405020304" pitchFamily="18" charset="0"/>
              </a:rPr>
              <a:t>value for key</a:t>
            </a:r>
            <a:endParaRPr lang="en-US" sz="2500" dirty="0">
              <a:latin typeface="Times New Roman" panose="02020603050405020304" pitchFamily="18" charset="0"/>
              <a:cs typeface="Times New Roman" panose="02020603050405020304" pitchFamily="18" charset="0"/>
            </a:endParaRPr>
          </a:p>
        </p:txBody>
      </p:sp>
      <p:sp>
        <p:nvSpPr>
          <p:cNvPr id="12" name="Shape 10"/>
          <p:cNvSpPr/>
          <p:nvPr/>
        </p:nvSpPr>
        <p:spPr>
          <a:xfrm>
            <a:off x="2279087" y="3685032"/>
            <a:ext cx="777240" cy="0"/>
          </a:xfrm>
          <a:prstGeom prst="line">
            <a:avLst/>
          </a:prstGeom>
          <a:noFill/>
          <a:ln w="27940">
            <a:solidFill>
              <a:srgbClr val="47D7FF"/>
            </a:solidFill>
            <a:prstDash val="solid"/>
            <a:headEnd type="none"/>
            <a:tailEnd type="triangle"/>
          </a:ln>
        </p:spPr>
        <p:txBody>
          <a:bodyPr/>
          <a:lstStyle/>
          <a:p>
            <a:endParaRPr lang="en-US"/>
          </a:p>
        </p:txBody>
      </p:sp>
      <p:sp>
        <p:nvSpPr>
          <p:cNvPr id="13" name="Shape 11"/>
          <p:cNvSpPr/>
          <p:nvPr/>
        </p:nvSpPr>
        <p:spPr>
          <a:xfrm>
            <a:off x="3056327" y="3049233"/>
            <a:ext cx="1933566" cy="1289595"/>
          </a:xfrm>
          <a:prstGeom prst="roundRect">
            <a:avLst>
              <a:gd name="adj" fmla="val 6316"/>
            </a:avLst>
          </a:prstGeom>
          <a:solidFill>
            <a:srgbClr val="101A2D"/>
          </a:solidFill>
          <a:ln w="15240">
            <a:solidFill>
              <a:srgbClr val="8B5CF6">
                <a:alpha val="90000"/>
              </a:srgbClr>
            </a:solidFill>
            <a:prstDash val="solid"/>
          </a:ln>
        </p:spPr>
        <p:txBody>
          <a:bodyPr/>
          <a:lstStyle/>
          <a:p>
            <a:endParaRPr lang="en-US"/>
          </a:p>
        </p:txBody>
      </p:sp>
      <p:sp>
        <p:nvSpPr>
          <p:cNvPr id="14" name="Text 12"/>
          <p:cNvSpPr/>
          <p:nvPr/>
        </p:nvSpPr>
        <p:spPr>
          <a:xfrm>
            <a:off x="3074615" y="3049238"/>
            <a:ext cx="1915278" cy="1271302"/>
          </a:xfrm>
          <a:prstGeom prst="rect">
            <a:avLst/>
          </a:prstGeom>
          <a:noFill/>
          <a:ln/>
        </p:spPr>
        <p:txBody>
          <a:bodyPr wrap="square" lIns="381" tIns="381" rIns="381" bIns="381" rtlCol="0" anchor="ctr">
            <a:noAutofit/>
          </a:bodyPr>
          <a:lstStyle/>
          <a:p>
            <a:pPr marL="0" indent="0" algn="ctr">
              <a:buNone/>
            </a:pPr>
            <a:r>
              <a:rPr lang="en-US" sz="2500" b="1" dirty="0">
                <a:solidFill>
                  <a:srgbClr val="F8FAFC"/>
                </a:solidFill>
                <a:latin typeface="Times New Roman" panose="02020603050405020304" pitchFamily="18" charset="0"/>
                <a:ea typeface="Times New Roman" pitchFamily="34" charset="-122"/>
                <a:cs typeface="Times New Roman" panose="02020603050405020304" pitchFamily="18" charset="0"/>
              </a:rPr>
              <a:t>Hash same key</a:t>
            </a:r>
            <a:endParaRPr lang="en-US" sz="2500" dirty="0">
              <a:latin typeface="Times New Roman" panose="02020603050405020304" pitchFamily="18" charset="0"/>
              <a:cs typeface="Times New Roman" panose="02020603050405020304" pitchFamily="18" charset="0"/>
            </a:endParaRPr>
          </a:p>
        </p:txBody>
      </p:sp>
      <p:sp>
        <p:nvSpPr>
          <p:cNvPr id="15" name="Shape 13"/>
          <p:cNvSpPr/>
          <p:nvPr/>
        </p:nvSpPr>
        <p:spPr>
          <a:xfrm>
            <a:off x="4989893" y="3685032"/>
            <a:ext cx="758952" cy="0"/>
          </a:xfrm>
          <a:prstGeom prst="line">
            <a:avLst/>
          </a:prstGeom>
          <a:noFill/>
          <a:ln w="27940">
            <a:solidFill>
              <a:srgbClr val="8B5CF6"/>
            </a:solidFill>
            <a:prstDash val="solid"/>
            <a:headEnd type="none"/>
            <a:tailEnd type="triangle"/>
          </a:ln>
        </p:spPr>
        <p:txBody>
          <a:bodyPr/>
          <a:lstStyle/>
          <a:p>
            <a:endParaRPr lang="en-US"/>
          </a:p>
        </p:txBody>
      </p:sp>
      <p:sp>
        <p:nvSpPr>
          <p:cNvPr id="16" name="Shape 14"/>
          <p:cNvSpPr/>
          <p:nvPr/>
        </p:nvSpPr>
        <p:spPr>
          <a:xfrm>
            <a:off x="5772874" y="3049237"/>
            <a:ext cx="1928605" cy="1289591"/>
          </a:xfrm>
          <a:prstGeom prst="roundRect">
            <a:avLst>
              <a:gd name="adj" fmla="val 6316"/>
            </a:avLst>
          </a:prstGeom>
          <a:solidFill>
            <a:srgbClr val="121F38"/>
          </a:solidFill>
          <a:ln w="15240">
            <a:solidFill>
              <a:srgbClr val="B4F564">
                <a:alpha val="90000"/>
              </a:srgbClr>
            </a:solidFill>
            <a:prstDash val="solid"/>
          </a:ln>
        </p:spPr>
        <p:txBody>
          <a:bodyPr/>
          <a:lstStyle/>
          <a:p>
            <a:endParaRPr lang="en-US"/>
          </a:p>
        </p:txBody>
      </p:sp>
      <p:sp>
        <p:nvSpPr>
          <p:cNvPr id="17" name="Text 15"/>
          <p:cNvSpPr/>
          <p:nvPr/>
        </p:nvSpPr>
        <p:spPr>
          <a:xfrm>
            <a:off x="5766308" y="3049237"/>
            <a:ext cx="1916058" cy="1289591"/>
          </a:xfrm>
          <a:prstGeom prst="rect">
            <a:avLst/>
          </a:prstGeom>
          <a:noFill/>
          <a:ln/>
        </p:spPr>
        <p:txBody>
          <a:bodyPr wrap="square" lIns="381" tIns="381" rIns="381" bIns="381" rtlCol="0" anchor="ctr">
            <a:normAutofit/>
          </a:bodyPr>
          <a:lstStyle/>
          <a:p>
            <a:pPr marL="0" indent="0" algn="ctr">
              <a:buNone/>
            </a:pPr>
            <a:r>
              <a:rPr lang="en-US" sz="2500" b="1" dirty="0">
                <a:solidFill>
                  <a:srgbClr val="F8FAFC"/>
                </a:solidFill>
                <a:latin typeface="Times New Roman" panose="02020603050405020304" pitchFamily="18" charset="0"/>
                <a:ea typeface="Times New Roman" pitchFamily="34" charset="-122"/>
                <a:cs typeface="Times New Roman" panose="02020603050405020304" pitchFamily="18" charset="0"/>
              </a:rPr>
              <a:t>Jump to</a:t>
            </a:r>
            <a:endParaRPr lang="en-US" sz="2500" dirty="0">
              <a:latin typeface="Times New Roman" panose="02020603050405020304" pitchFamily="18" charset="0"/>
              <a:cs typeface="Times New Roman" panose="02020603050405020304" pitchFamily="18" charset="0"/>
            </a:endParaRPr>
          </a:p>
          <a:p>
            <a:pPr marL="0" indent="0" algn="ctr">
              <a:buNone/>
            </a:pPr>
            <a:r>
              <a:rPr lang="en-US" sz="2500" b="1" dirty="0">
                <a:solidFill>
                  <a:srgbClr val="F8FAFC"/>
                </a:solidFill>
                <a:latin typeface="Times New Roman" panose="02020603050405020304" pitchFamily="18" charset="0"/>
                <a:ea typeface="Times New Roman" pitchFamily="34" charset="-122"/>
                <a:cs typeface="Times New Roman" panose="02020603050405020304" pitchFamily="18" charset="0"/>
              </a:rPr>
              <a:t>bucket</a:t>
            </a:r>
            <a:endParaRPr lang="en-US" sz="2500" dirty="0">
              <a:latin typeface="Times New Roman" panose="02020603050405020304" pitchFamily="18" charset="0"/>
              <a:cs typeface="Times New Roman" panose="02020603050405020304" pitchFamily="18" charset="0"/>
            </a:endParaRPr>
          </a:p>
        </p:txBody>
      </p:sp>
      <p:sp>
        <p:nvSpPr>
          <p:cNvPr id="18" name="Shape 16"/>
          <p:cNvSpPr/>
          <p:nvPr/>
        </p:nvSpPr>
        <p:spPr>
          <a:xfrm>
            <a:off x="7701479" y="3685032"/>
            <a:ext cx="640080" cy="0"/>
          </a:xfrm>
          <a:prstGeom prst="line">
            <a:avLst/>
          </a:prstGeom>
          <a:noFill/>
          <a:ln w="27940">
            <a:solidFill>
              <a:srgbClr val="B4F564"/>
            </a:solidFill>
            <a:prstDash val="solid"/>
            <a:headEnd type="none"/>
            <a:tailEnd type="triangle"/>
          </a:ln>
        </p:spPr>
        <p:txBody>
          <a:bodyPr/>
          <a:lstStyle/>
          <a:p>
            <a:endParaRPr lang="en-US"/>
          </a:p>
        </p:txBody>
      </p:sp>
      <p:sp>
        <p:nvSpPr>
          <p:cNvPr id="19" name="Shape 17"/>
          <p:cNvSpPr/>
          <p:nvPr/>
        </p:nvSpPr>
        <p:spPr>
          <a:xfrm>
            <a:off x="8404830" y="3305561"/>
            <a:ext cx="502920" cy="713232"/>
          </a:xfrm>
          <a:prstGeom prst="rect">
            <a:avLst/>
          </a:prstGeom>
          <a:solidFill>
            <a:srgbClr val="121F38">
              <a:alpha val="88000"/>
            </a:srgbClr>
          </a:solidFill>
          <a:ln w="8890">
            <a:solidFill>
              <a:srgbClr val="6B7895">
                <a:alpha val="55000"/>
              </a:srgbClr>
            </a:solidFill>
            <a:prstDash val="solid"/>
          </a:ln>
        </p:spPr>
        <p:txBody>
          <a:bodyPr/>
          <a:lstStyle/>
          <a:p>
            <a:endParaRPr lang="en-US"/>
          </a:p>
        </p:txBody>
      </p:sp>
      <p:sp>
        <p:nvSpPr>
          <p:cNvPr id="21" name="Shape 19"/>
          <p:cNvSpPr/>
          <p:nvPr/>
        </p:nvSpPr>
        <p:spPr>
          <a:xfrm>
            <a:off x="8985882" y="3305561"/>
            <a:ext cx="502920" cy="713232"/>
          </a:xfrm>
          <a:prstGeom prst="rect">
            <a:avLst/>
          </a:prstGeom>
          <a:solidFill>
            <a:srgbClr val="121F38">
              <a:alpha val="88000"/>
            </a:srgbClr>
          </a:solidFill>
          <a:ln w="8890">
            <a:solidFill>
              <a:srgbClr val="6B7895">
                <a:alpha val="55000"/>
              </a:srgbClr>
            </a:solidFill>
            <a:prstDash val="solid"/>
          </a:ln>
        </p:spPr>
        <p:txBody>
          <a:bodyPr/>
          <a:lstStyle/>
          <a:p>
            <a:endParaRPr lang="en-US"/>
          </a:p>
        </p:txBody>
      </p:sp>
      <p:sp>
        <p:nvSpPr>
          <p:cNvPr id="22" name="Text 20"/>
          <p:cNvSpPr/>
          <p:nvPr/>
        </p:nvSpPr>
        <p:spPr>
          <a:xfrm>
            <a:off x="9098280" y="3438144"/>
            <a:ext cx="466344" cy="164592"/>
          </a:xfrm>
          <a:prstGeom prst="rect">
            <a:avLst/>
          </a:prstGeom>
          <a:noFill/>
          <a:ln/>
        </p:spPr>
        <p:txBody>
          <a:bodyPr wrap="square" lIns="0" tIns="0" rIns="0" bIns="0" rtlCol="0" anchor="ctr"/>
          <a:lstStyle/>
          <a:p>
            <a:pPr marL="0" indent="0" algn="ctr">
              <a:buNone/>
            </a:pPr>
            <a:endParaRPr lang="en-US" sz="750" dirty="0"/>
          </a:p>
        </p:txBody>
      </p:sp>
      <p:sp>
        <p:nvSpPr>
          <p:cNvPr id="23" name="Shape 21"/>
          <p:cNvSpPr/>
          <p:nvPr/>
        </p:nvSpPr>
        <p:spPr>
          <a:xfrm>
            <a:off x="9564624" y="3305561"/>
            <a:ext cx="502920" cy="713232"/>
          </a:xfrm>
          <a:prstGeom prst="rect">
            <a:avLst/>
          </a:prstGeom>
          <a:solidFill>
            <a:srgbClr val="1DA7D6">
              <a:alpha val="95000"/>
            </a:srgbClr>
          </a:solidFill>
          <a:ln w="20320">
            <a:solidFill>
              <a:srgbClr val="47D7FF"/>
            </a:solidFill>
            <a:prstDash val="solid"/>
          </a:ln>
        </p:spPr>
        <p:txBody>
          <a:bodyPr/>
          <a:lstStyle/>
          <a:p>
            <a:endParaRPr lang="en-US"/>
          </a:p>
        </p:txBody>
      </p:sp>
      <p:sp>
        <p:nvSpPr>
          <p:cNvPr id="25" name="Shape 23"/>
          <p:cNvSpPr/>
          <p:nvPr/>
        </p:nvSpPr>
        <p:spPr>
          <a:xfrm>
            <a:off x="10143366" y="3305561"/>
            <a:ext cx="502920" cy="713232"/>
          </a:xfrm>
          <a:prstGeom prst="rect">
            <a:avLst/>
          </a:prstGeom>
          <a:solidFill>
            <a:srgbClr val="121F38">
              <a:alpha val="88000"/>
            </a:srgbClr>
          </a:solidFill>
          <a:ln w="8890">
            <a:solidFill>
              <a:srgbClr val="6B7895">
                <a:alpha val="55000"/>
              </a:srgbClr>
            </a:solidFill>
            <a:prstDash val="solid"/>
          </a:ln>
        </p:spPr>
        <p:txBody>
          <a:bodyPr/>
          <a:lstStyle/>
          <a:p>
            <a:endParaRPr lang="en-US"/>
          </a:p>
        </p:txBody>
      </p:sp>
      <p:sp>
        <p:nvSpPr>
          <p:cNvPr id="27" name="Shape 25"/>
          <p:cNvSpPr/>
          <p:nvPr/>
        </p:nvSpPr>
        <p:spPr>
          <a:xfrm>
            <a:off x="10722108" y="3319277"/>
            <a:ext cx="502920" cy="713232"/>
          </a:xfrm>
          <a:prstGeom prst="rect">
            <a:avLst/>
          </a:prstGeom>
          <a:solidFill>
            <a:srgbClr val="121F38">
              <a:alpha val="88000"/>
            </a:srgbClr>
          </a:solidFill>
          <a:ln w="8890">
            <a:solidFill>
              <a:srgbClr val="6B7895">
                <a:alpha val="55000"/>
              </a:srgbClr>
            </a:solidFill>
            <a:prstDash val="solid"/>
          </a:ln>
        </p:spPr>
        <p:txBody>
          <a:bodyPr/>
          <a:lstStyle/>
          <a:p>
            <a:endParaRPr lang="en-US"/>
          </a:p>
        </p:txBody>
      </p:sp>
      <p:sp>
        <p:nvSpPr>
          <p:cNvPr id="29" name="Shape 27"/>
          <p:cNvSpPr/>
          <p:nvPr/>
        </p:nvSpPr>
        <p:spPr>
          <a:xfrm>
            <a:off x="11304415" y="3328416"/>
            <a:ext cx="502920" cy="713232"/>
          </a:xfrm>
          <a:prstGeom prst="rect">
            <a:avLst/>
          </a:prstGeom>
          <a:solidFill>
            <a:srgbClr val="121F38">
              <a:alpha val="88000"/>
            </a:srgbClr>
          </a:solidFill>
          <a:ln w="8890">
            <a:solidFill>
              <a:srgbClr val="6B7895">
                <a:alpha val="55000"/>
              </a:srgbClr>
            </a:solidFill>
            <a:prstDash val="solid"/>
          </a:ln>
        </p:spPr>
        <p:txBody>
          <a:bodyPr/>
          <a:lstStyle/>
          <a:p>
            <a:endParaRPr lang="en-US"/>
          </a:p>
        </p:txBody>
      </p:sp>
      <p:sp>
        <p:nvSpPr>
          <p:cNvPr id="34" name="Shape 0">
            <a:extLst>
              <a:ext uri="{FF2B5EF4-FFF2-40B4-BE49-F238E27FC236}">
                <a16:creationId xmlns:a16="http://schemas.microsoft.com/office/drawing/2014/main" id="{92E7D96B-7C18-4450-CB24-89D8CAD817B7}"/>
              </a:ext>
            </a:extLst>
          </p:cNvPr>
          <p:cNvSpPr/>
          <p:nvPr/>
        </p:nvSpPr>
        <p:spPr>
          <a:xfrm>
            <a:off x="-16147" y="-22568"/>
            <a:ext cx="109728" cy="6880568"/>
          </a:xfrm>
          <a:prstGeom prst="rect">
            <a:avLst/>
          </a:prstGeom>
          <a:solidFill>
            <a:srgbClr val="47D7FF"/>
          </a:solidFill>
          <a:ln w="12700">
            <a:solidFill>
              <a:srgbClr val="47D7FF">
                <a:alpha val="0"/>
              </a:srgbClr>
            </a:solidFill>
            <a:prstDash val="solid"/>
          </a:ln>
        </p:spPr>
        <p:txBody>
          <a:bodyPr/>
          <a:lstStyle/>
          <a:p>
            <a:endParaRPr lang="en-US"/>
          </a:p>
        </p:txBody>
      </p:sp>
      <p:sp>
        <p:nvSpPr>
          <p:cNvPr id="35" name="Shape 0">
            <a:extLst>
              <a:ext uri="{FF2B5EF4-FFF2-40B4-BE49-F238E27FC236}">
                <a16:creationId xmlns:a16="http://schemas.microsoft.com/office/drawing/2014/main" id="{5F3583B8-5B30-52E2-4965-7CB30611F655}"/>
              </a:ext>
            </a:extLst>
          </p:cNvPr>
          <p:cNvSpPr/>
          <p:nvPr/>
        </p:nvSpPr>
        <p:spPr>
          <a:xfrm>
            <a:off x="12049651" y="-22568"/>
            <a:ext cx="137160" cy="6880568"/>
          </a:xfrm>
          <a:prstGeom prst="rect">
            <a:avLst/>
          </a:prstGeom>
          <a:solidFill>
            <a:srgbClr val="47D7FF"/>
          </a:solidFill>
          <a:ln w="12700">
            <a:solidFill>
              <a:srgbClr val="47D7FF">
                <a:alpha val="0"/>
              </a:srgbClr>
            </a:solidFill>
            <a:prstDash val="solid"/>
          </a:ln>
        </p:spPr>
        <p:txBody>
          <a:bodyPr/>
          <a:lstStyle/>
          <a:p>
            <a:endParaRPr lang="en-US"/>
          </a:p>
        </p:txBody>
      </p:sp>
      <p:sp>
        <p:nvSpPr>
          <p:cNvPr id="36" name="Text 18">
            <a:extLst>
              <a:ext uri="{FF2B5EF4-FFF2-40B4-BE49-F238E27FC236}">
                <a16:creationId xmlns:a16="http://schemas.microsoft.com/office/drawing/2014/main" id="{671DE811-EED0-3191-C230-AAE51C17A410}"/>
              </a:ext>
            </a:extLst>
          </p:cNvPr>
          <p:cNvSpPr/>
          <p:nvPr/>
        </p:nvSpPr>
        <p:spPr>
          <a:xfrm>
            <a:off x="8423118" y="3420415"/>
            <a:ext cx="466344" cy="493776"/>
          </a:xfrm>
          <a:prstGeom prst="rect">
            <a:avLst/>
          </a:prstGeom>
          <a:noFill/>
          <a:ln/>
        </p:spPr>
        <p:txBody>
          <a:bodyPr wrap="square" lIns="0" tIns="0" rIns="0" bIns="0" rtlCol="0" anchor="ctr"/>
          <a:lstStyle/>
          <a:p>
            <a:pPr marL="0" indent="0" algn="ctr">
              <a:buNone/>
            </a:pPr>
            <a:r>
              <a:rPr lang="en-US" sz="2500" dirty="0">
                <a:latin typeface="Times New Roman" panose="02020603050405020304" pitchFamily="18" charset="0"/>
                <a:ea typeface="Times New Roman" pitchFamily="34" charset="-122"/>
                <a:cs typeface="Times New Roman" panose="02020603050405020304" pitchFamily="18" charset="0"/>
              </a:rPr>
              <a:t>0</a:t>
            </a:r>
            <a:endParaRPr lang="en-US" sz="2500" dirty="0">
              <a:latin typeface="Times New Roman" panose="02020603050405020304" pitchFamily="18" charset="0"/>
              <a:cs typeface="Times New Roman" panose="02020603050405020304" pitchFamily="18" charset="0"/>
            </a:endParaRPr>
          </a:p>
        </p:txBody>
      </p:sp>
      <p:sp>
        <p:nvSpPr>
          <p:cNvPr id="37" name="Text 18">
            <a:extLst>
              <a:ext uri="{FF2B5EF4-FFF2-40B4-BE49-F238E27FC236}">
                <a16:creationId xmlns:a16="http://schemas.microsoft.com/office/drawing/2014/main" id="{58C320F7-6741-D698-4BC6-AEB814384A1A}"/>
              </a:ext>
            </a:extLst>
          </p:cNvPr>
          <p:cNvSpPr/>
          <p:nvPr/>
        </p:nvSpPr>
        <p:spPr>
          <a:xfrm>
            <a:off x="9003231" y="3420415"/>
            <a:ext cx="466344" cy="493776"/>
          </a:xfrm>
          <a:prstGeom prst="rect">
            <a:avLst/>
          </a:prstGeom>
          <a:noFill/>
          <a:ln/>
        </p:spPr>
        <p:txBody>
          <a:bodyPr wrap="square" lIns="0" tIns="0" rIns="0" bIns="0" rtlCol="0" anchor="ctr"/>
          <a:lstStyle/>
          <a:p>
            <a:pPr marL="0" indent="0" algn="ctr">
              <a:buNone/>
            </a:pPr>
            <a:r>
              <a:rPr lang="en-US" sz="2500" dirty="0">
                <a:latin typeface="Times New Roman" panose="02020603050405020304" pitchFamily="18" charset="0"/>
                <a:cs typeface="Times New Roman" panose="02020603050405020304" pitchFamily="18" charset="0"/>
              </a:rPr>
              <a:t>1</a:t>
            </a:r>
          </a:p>
        </p:txBody>
      </p:sp>
      <p:sp>
        <p:nvSpPr>
          <p:cNvPr id="40" name="Text 18">
            <a:extLst>
              <a:ext uri="{FF2B5EF4-FFF2-40B4-BE49-F238E27FC236}">
                <a16:creationId xmlns:a16="http://schemas.microsoft.com/office/drawing/2014/main" id="{784188CE-1447-E26B-5F18-C463561D4F2C}"/>
              </a:ext>
            </a:extLst>
          </p:cNvPr>
          <p:cNvSpPr/>
          <p:nvPr/>
        </p:nvSpPr>
        <p:spPr>
          <a:xfrm>
            <a:off x="9583344" y="3420415"/>
            <a:ext cx="466344" cy="493776"/>
          </a:xfrm>
          <a:prstGeom prst="rect">
            <a:avLst/>
          </a:prstGeom>
          <a:noFill/>
          <a:ln/>
        </p:spPr>
        <p:txBody>
          <a:bodyPr wrap="square" lIns="0" tIns="0" rIns="0" bIns="0" rtlCol="0" anchor="ctr"/>
          <a:lstStyle/>
          <a:p>
            <a:pPr marL="0" indent="0" algn="ctr">
              <a:buNone/>
            </a:pPr>
            <a:r>
              <a:rPr lang="en-US" sz="2500" dirty="0">
                <a:latin typeface="Times New Roman" panose="02020603050405020304" pitchFamily="18" charset="0"/>
                <a:cs typeface="Times New Roman" panose="02020603050405020304" pitchFamily="18" charset="0"/>
              </a:rPr>
              <a:t>2</a:t>
            </a:r>
          </a:p>
        </p:txBody>
      </p:sp>
      <p:sp>
        <p:nvSpPr>
          <p:cNvPr id="41" name="Text 18">
            <a:extLst>
              <a:ext uri="{FF2B5EF4-FFF2-40B4-BE49-F238E27FC236}">
                <a16:creationId xmlns:a16="http://schemas.microsoft.com/office/drawing/2014/main" id="{665C648A-C0A6-1FFF-33C5-E22BB05E6201}"/>
              </a:ext>
            </a:extLst>
          </p:cNvPr>
          <p:cNvSpPr/>
          <p:nvPr/>
        </p:nvSpPr>
        <p:spPr>
          <a:xfrm>
            <a:off x="10163457" y="3420415"/>
            <a:ext cx="466344" cy="493776"/>
          </a:xfrm>
          <a:prstGeom prst="rect">
            <a:avLst/>
          </a:prstGeom>
          <a:noFill/>
          <a:ln/>
        </p:spPr>
        <p:txBody>
          <a:bodyPr wrap="square" lIns="0" tIns="0" rIns="0" bIns="0" rtlCol="0" anchor="ctr"/>
          <a:lstStyle/>
          <a:p>
            <a:pPr marL="0" indent="0" algn="ctr">
              <a:buNone/>
            </a:pPr>
            <a:r>
              <a:rPr lang="en-US" sz="2500" dirty="0">
                <a:latin typeface="Times New Roman" panose="02020603050405020304" pitchFamily="18" charset="0"/>
                <a:cs typeface="Times New Roman" panose="02020603050405020304" pitchFamily="18" charset="0"/>
              </a:rPr>
              <a:t>3</a:t>
            </a:r>
          </a:p>
        </p:txBody>
      </p:sp>
      <p:sp>
        <p:nvSpPr>
          <p:cNvPr id="42" name="Text 18">
            <a:extLst>
              <a:ext uri="{FF2B5EF4-FFF2-40B4-BE49-F238E27FC236}">
                <a16:creationId xmlns:a16="http://schemas.microsoft.com/office/drawing/2014/main" id="{42943004-B007-7ECD-EB96-AC52C18B50EE}"/>
              </a:ext>
            </a:extLst>
          </p:cNvPr>
          <p:cNvSpPr/>
          <p:nvPr/>
        </p:nvSpPr>
        <p:spPr>
          <a:xfrm>
            <a:off x="10743570" y="3420415"/>
            <a:ext cx="466344" cy="493776"/>
          </a:xfrm>
          <a:prstGeom prst="rect">
            <a:avLst/>
          </a:prstGeom>
          <a:noFill/>
          <a:ln/>
        </p:spPr>
        <p:txBody>
          <a:bodyPr wrap="square" lIns="0" tIns="0" rIns="0" bIns="0" rtlCol="0" anchor="ctr"/>
          <a:lstStyle/>
          <a:p>
            <a:pPr marL="0" indent="0" algn="ctr">
              <a:buNone/>
            </a:pPr>
            <a:r>
              <a:rPr lang="en-US" sz="2500" dirty="0">
                <a:latin typeface="Times New Roman" panose="02020603050405020304" pitchFamily="18" charset="0"/>
                <a:cs typeface="Times New Roman" panose="02020603050405020304" pitchFamily="18" charset="0"/>
              </a:rPr>
              <a:t>4</a:t>
            </a:r>
          </a:p>
        </p:txBody>
      </p:sp>
      <p:sp>
        <p:nvSpPr>
          <p:cNvPr id="43" name="Text 18">
            <a:extLst>
              <a:ext uri="{FF2B5EF4-FFF2-40B4-BE49-F238E27FC236}">
                <a16:creationId xmlns:a16="http://schemas.microsoft.com/office/drawing/2014/main" id="{A9EE5F99-DDD1-2D96-E57C-AFC48CF8E204}"/>
              </a:ext>
            </a:extLst>
          </p:cNvPr>
          <p:cNvSpPr/>
          <p:nvPr/>
        </p:nvSpPr>
        <p:spPr>
          <a:xfrm>
            <a:off x="11323683" y="3420415"/>
            <a:ext cx="466344" cy="493776"/>
          </a:xfrm>
          <a:prstGeom prst="rect">
            <a:avLst/>
          </a:prstGeom>
          <a:noFill/>
          <a:ln/>
        </p:spPr>
        <p:txBody>
          <a:bodyPr wrap="square" lIns="0" tIns="0" rIns="0" bIns="0" rtlCol="0" anchor="ctr"/>
          <a:lstStyle/>
          <a:p>
            <a:pPr marL="0" indent="0" algn="ctr">
              <a:buNone/>
            </a:pPr>
            <a:r>
              <a:rPr lang="en-US" sz="2500" dirty="0">
                <a:latin typeface="Times New Roman" panose="02020603050405020304" pitchFamily="18" charset="0"/>
                <a:cs typeface="Times New Roman" panose="02020603050405020304" pitchFamily="18" charset="0"/>
              </a:rPr>
              <a:t>5</a:t>
            </a:r>
          </a:p>
        </p:txBody>
      </p:sp>
      <p:sp>
        <p:nvSpPr>
          <p:cNvPr id="2" name="Shape 30">
            <a:extLst>
              <a:ext uri="{FF2B5EF4-FFF2-40B4-BE49-F238E27FC236}">
                <a16:creationId xmlns:a16="http://schemas.microsoft.com/office/drawing/2014/main" id="{873DC7CF-2D66-7408-AEB6-979E4C10DC51}"/>
              </a:ext>
            </a:extLst>
          </p:cNvPr>
          <p:cNvSpPr/>
          <p:nvPr/>
        </p:nvSpPr>
        <p:spPr>
          <a:xfrm>
            <a:off x="354079" y="5085716"/>
            <a:ext cx="7347399" cy="713232"/>
          </a:xfrm>
          <a:prstGeom prst="roundRect">
            <a:avLst>
              <a:gd name="adj" fmla="val 10256"/>
            </a:avLst>
          </a:prstGeom>
          <a:solidFill>
            <a:srgbClr val="101A2D"/>
          </a:solidFill>
          <a:ln w="12700">
            <a:solidFill>
              <a:srgbClr val="6B7895">
                <a:alpha val="60000"/>
              </a:srgbClr>
            </a:solidFill>
            <a:prstDash val="solid"/>
          </a:ln>
        </p:spPr>
        <p:txBody>
          <a:bodyPr/>
          <a:lstStyle/>
          <a:p>
            <a:endParaRPr lang="en-US"/>
          </a:p>
        </p:txBody>
      </p:sp>
      <p:sp>
        <p:nvSpPr>
          <p:cNvPr id="31" name="Text 29"/>
          <p:cNvSpPr/>
          <p:nvPr/>
        </p:nvSpPr>
        <p:spPr>
          <a:xfrm>
            <a:off x="373193" y="5268596"/>
            <a:ext cx="7328286" cy="347472"/>
          </a:xfrm>
          <a:prstGeom prst="rect">
            <a:avLst/>
          </a:prstGeom>
          <a:noFill/>
          <a:ln/>
        </p:spPr>
        <p:txBody>
          <a:bodyPr wrap="square" lIns="0" tIns="0" rIns="0" bIns="0" rtlCol="0" anchor="ctr"/>
          <a:lstStyle/>
          <a:p>
            <a:pPr marL="0" indent="0" algn="ctr">
              <a:buNone/>
            </a:pPr>
            <a:r>
              <a:rPr lang="en-US" sz="2500" b="1" dirty="0">
                <a:solidFill>
                  <a:srgbClr val="F8FAFC"/>
                </a:solidFill>
                <a:latin typeface="Times New Roman" panose="02020603050405020304" pitchFamily="18" charset="0"/>
                <a:cs typeface="Times New Roman" panose="02020603050405020304" pitchFamily="18" charset="0"/>
              </a:rPr>
              <a:t>Search only inside the bucket if collisions exist.</a:t>
            </a:r>
            <a:endParaRPr lang="en-US" sz="2500" dirty="0">
              <a:latin typeface="Times New Roman" panose="02020603050405020304" pitchFamily="18" charset="0"/>
              <a:cs typeface="Times New Roman" panose="02020603050405020304" pitchFamily="18" charset="0"/>
            </a:endParaRPr>
          </a:p>
        </p:txBody>
      </p:sp>
      <p:sp>
        <p:nvSpPr>
          <p:cNvPr id="4" name="Footer Placeholder 6">
            <a:extLst>
              <a:ext uri="{FF2B5EF4-FFF2-40B4-BE49-F238E27FC236}">
                <a16:creationId xmlns:a16="http://schemas.microsoft.com/office/drawing/2014/main" id="{686D1868-C9B4-62E5-E534-5801B65D8FD4}"/>
              </a:ext>
            </a:extLst>
          </p:cNvPr>
          <p:cNvSpPr txBox="1">
            <a:spLocks/>
          </p:cNvSpPr>
          <p:nvPr/>
        </p:nvSpPr>
        <p:spPr>
          <a:xfrm>
            <a:off x="93582" y="6464808"/>
            <a:ext cx="11956069" cy="393192"/>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000" dirty="0">
                <a:solidFill>
                  <a:schemeClr val="bg1"/>
                </a:solidFill>
                <a:latin typeface="Times New Roman" panose="02020603050405020304" pitchFamily="18" charset="0"/>
                <a:cs typeface="Times New Roman" panose="02020603050405020304" pitchFamily="18" charset="0"/>
              </a:rPr>
              <a:t>Julien &amp; Jacobs                                           Data Structures 2: Final Presentation                                                    11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500" fill="hold"/>
                                        <p:tgtEl>
                                          <p:spTgt spid="9"/>
                                        </p:tgtEl>
                                        <p:attrNameLst>
                                          <p:attrName>ppt_x</p:attrName>
                                        </p:attrNameLst>
                                      </p:cBhvr>
                                      <p:tavLst>
                                        <p:tav tm="0">
                                          <p:val>
                                            <p:strVal val="0-#ppt_w/2"/>
                                          </p:val>
                                        </p:tav>
                                        <p:tav tm="100000">
                                          <p:val>
                                            <p:strVal val="#ppt_x"/>
                                          </p:val>
                                        </p:tav>
                                      </p:tavLst>
                                    </p:anim>
                                    <p:anim calcmode="lin" valueType="num">
                                      <p:cBhvr additive="base">
                                        <p:cTn id="8" dur="1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chemeClr val="tx1"/>
        </a:solidFill>
        <a:effectLst/>
      </p:bgPr>
    </p:bg>
    <p:spTree>
      <p:nvGrpSpPr>
        <p:cNvPr id="1" name=""/>
        <p:cNvGrpSpPr/>
        <p:nvPr/>
      </p:nvGrpSpPr>
      <p:grpSpPr>
        <a:xfrm>
          <a:off x="0" y="0"/>
          <a:ext cx="0" cy="0"/>
          <a:chOff x="0" y="0"/>
          <a:chExt cx="0" cy="0"/>
        </a:xfrm>
      </p:grpSpPr>
      <p:sp>
        <p:nvSpPr>
          <p:cNvPr id="6" name="Text 4"/>
          <p:cNvSpPr/>
          <p:nvPr/>
        </p:nvSpPr>
        <p:spPr>
          <a:xfrm>
            <a:off x="566928" y="393192"/>
            <a:ext cx="3108960" cy="256032"/>
          </a:xfrm>
          <a:prstGeom prst="rect">
            <a:avLst/>
          </a:prstGeom>
          <a:noFill/>
          <a:ln/>
        </p:spPr>
        <p:txBody>
          <a:bodyPr wrap="square" lIns="0" tIns="0" rIns="0" bIns="0" rtlCol="0" anchor="ctr"/>
          <a:lstStyle/>
          <a:p>
            <a:pPr marL="0" indent="0">
              <a:buNone/>
            </a:pPr>
            <a:r>
              <a:rPr lang="en-US" sz="1500" b="1" dirty="0">
                <a:solidFill>
                  <a:srgbClr val="47D7FF"/>
                </a:solidFill>
                <a:latin typeface="Times New Roman" panose="02020603050405020304" pitchFamily="18" charset="0"/>
                <a:ea typeface="Times New Roman" pitchFamily="34" charset="-122"/>
                <a:cs typeface="Times New Roman" panose="02020603050405020304" pitchFamily="18" charset="0"/>
              </a:rPr>
              <a:t>REMOVE SAFELY</a:t>
            </a:r>
            <a:endParaRPr lang="en-US" sz="1500" dirty="0">
              <a:latin typeface="Times New Roman" panose="02020603050405020304" pitchFamily="18" charset="0"/>
              <a:cs typeface="Times New Roman" panose="02020603050405020304" pitchFamily="18" charset="0"/>
            </a:endParaRPr>
          </a:p>
        </p:txBody>
      </p:sp>
      <p:sp>
        <p:nvSpPr>
          <p:cNvPr id="7" name="Text 5"/>
          <p:cNvSpPr/>
          <p:nvPr/>
        </p:nvSpPr>
        <p:spPr>
          <a:xfrm>
            <a:off x="566928" y="658368"/>
            <a:ext cx="9875520" cy="493776"/>
          </a:xfrm>
          <a:prstGeom prst="rect">
            <a:avLst/>
          </a:prstGeom>
          <a:noFill/>
          <a:ln/>
        </p:spPr>
        <p:txBody>
          <a:bodyPr wrap="square" lIns="0" tIns="0" rIns="0" bIns="0" rtlCol="0" anchor="ctr">
            <a:normAutofit/>
          </a:bodyPr>
          <a:lstStyle/>
          <a:p>
            <a:pPr marL="0" indent="0">
              <a:buNone/>
            </a:pPr>
            <a:r>
              <a:rPr lang="en-US" sz="3000" b="1" dirty="0">
                <a:solidFill>
                  <a:schemeClr val="bg1"/>
                </a:solidFill>
                <a:latin typeface="Times New Roman" panose="02020603050405020304" pitchFamily="18" charset="0"/>
                <a:ea typeface="Times New Roman" pitchFamily="34" charset="-122"/>
                <a:cs typeface="Times New Roman" panose="02020603050405020304" pitchFamily="18" charset="0"/>
              </a:rPr>
              <a:t>Deletion</a:t>
            </a:r>
            <a:endParaRPr lang="en-US" sz="3000" dirty="0">
              <a:solidFill>
                <a:schemeClr val="bg1"/>
              </a:solidFill>
              <a:latin typeface="Times New Roman" panose="02020603050405020304" pitchFamily="18" charset="0"/>
              <a:cs typeface="Times New Roman" panose="02020603050405020304" pitchFamily="18" charset="0"/>
            </a:endParaRPr>
          </a:p>
        </p:txBody>
      </p:sp>
      <p:sp>
        <p:nvSpPr>
          <p:cNvPr id="8" name="Shape 6"/>
          <p:cNvSpPr/>
          <p:nvPr/>
        </p:nvSpPr>
        <p:spPr>
          <a:xfrm>
            <a:off x="566928" y="1261872"/>
            <a:ext cx="1051560" cy="0"/>
          </a:xfrm>
          <a:prstGeom prst="line">
            <a:avLst/>
          </a:prstGeom>
          <a:noFill/>
          <a:ln w="25400">
            <a:solidFill>
              <a:srgbClr val="47D7FF"/>
            </a:solidFill>
            <a:prstDash val="solid"/>
            <a:headEnd type="none"/>
            <a:tailEnd type="none"/>
          </a:ln>
        </p:spPr>
        <p:txBody>
          <a:bodyPr/>
          <a:lstStyle/>
          <a:p>
            <a:endParaRPr lang="en-US"/>
          </a:p>
        </p:txBody>
      </p:sp>
      <p:sp>
        <p:nvSpPr>
          <p:cNvPr id="9" name="Text 7"/>
          <p:cNvSpPr/>
          <p:nvPr/>
        </p:nvSpPr>
        <p:spPr>
          <a:xfrm>
            <a:off x="566927" y="1444751"/>
            <a:ext cx="6325545" cy="1197863"/>
          </a:xfrm>
          <a:prstGeom prst="rect">
            <a:avLst/>
          </a:prstGeom>
          <a:noFill/>
          <a:ln/>
        </p:spPr>
        <p:txBody>
          <a:bodyPr wrap="square" lIns="254" tIns="254" rIns="254" bIns="254" rtlCol="0" anchor="ctr">
            <a:noAutofit/>
          </a:bodyPr>
          <a:lstStyle/>
          <a:p>
            <a:pPr marL="0" indent="0">
              <a:buNone/>
            </a:pPr>
            <a:r>
              <a:rPr lang="en-US" sz="2500" dirty="0">
                <a:solidFill>
                  <a:schemeClr val="bg1"/>
                </a:solidFill>
                <a:latin typeface="Times New Roman" panose="02020603050405020304" pitchFamily="18" charset="0"/>
                <a:ea typeface="Times New Roman" pitchFamily="34" charset="-122"/>
                <a:cs typeface="Times New Roman" panose="02020603050405020304" pitchFamily="18" charset="0"/>
              </a:rPr>
              <a:t>Deletion locates the matching key-value pair and removes it while keeping the structure consistent.</a:t>
            </a:r>
            <a:endParaRPr lang="en-US" sz="2500" dirty="0">
              <a:solidFill>
                <a:schemeClr val="bg1"/>
              </a:solidFill>
              <a:latin typeface="Times New Roman" panose="02020603050405020304" pitchFamily="18" charset="0"/>
              <a:cs typeface="Times New Roman" panose="02020603050405020304" pitchFamily="18" charset="0"/>
            </a:endParaRPr>
          </a:p>
        </p:txBody>
      </p:sp>
      <p:sp>
        <p:nvSpPr>
          <p:cNvPr id="26" name="Shape 24"/>
          <p:cNvSpPr/>
          <p:nvPr/>
        </p:nvSpPr>
        <p:spPr>
          <a:xfrm>
            <a:off x="923544" y="5312580"/>
            <a:ext cx="1874520" cy="749808"/>
          </a:xfrm>
          <a:prstGeom prst="roundRect">
            <a:avLst>
              <a:gd name="adj" fmla="val 7317"/>
            </a:avLst>
          </a:prstGeom>
          <a:solidFill>
            <a:srgbClr val="121F38"/>
          </a:solidFill>
          <a:ln w="15240">
            <a:solidFill>
              <a:srgbClr val="47D7FF">
                <a:alpha val="90000"/>
              </a:srgbClr>
            </a:solidFill>
            <a:prstDash val="solid"/>
          </a:ln>
        </p:spPr>
        <p:txBody>
          <a:bodyPr/>
          <a:lstStyle/>
          <a:p>
            <a:endParaRPr lang="en-US"/>
          </a:p>
        </p:txBody>
      </p:sp>
      <p:sp>
        <p:nvSpPr>
          <p:cNvPr id="27" name="Text 25"/>
          <p:cNvSpPr/>
          <p:nvPr/>
        </p:nvSpPr>
        <p:spPr>
          <a:xfrm>
            <a:off x="898215" y="5312580"/>
            <a:ext cx="1874520" cy="749808"/>
          </a:xfrm>
          <a:prstGeom prst="rect">
            <a:avLst/>
          </a:prstGeom>
          <a:noFill/>
          <a:ln/>
        </p:spPr>
        <p:txBody>
          <a:bodyPr wrap="square" lIns="381" tIns="381" rIns="381" bIns="381" rtlCol="0" anchor="ctr">
            <a:normAutofit/>
          </a:bodyPr>
          <a:lstStyle/>
          <a:p>
            <a:pPr marL="0" indent="0" algn="ctr">
              <a:buNone/>
            </a:pPr>
            <a:r>
              <a:rPr lang="en-US" sz="2000" b="1" dirty="0">
                <a:solidFill>
                  <a:srgbClr val="F8FAFC"/>
                </a:solidFill>
                <a:latin typeface="Times New Roman" panose="02020603050405020304" pitchFamily="18" charset="0"/>
                <a:ea typeface="Times New Roman" pitchFamily="34" charset="-122"/>
                <a:cs typeface="Times New Roman" panose="02020603050405020304" pitchFamily="18" charset="0"/>
              </a:rPr>
              <a:t>Hash key</a:t>
            </a:r>
            <a:endParaRPr lang="en-US" sz="2000" dirty="0">
              <a:latin typeface="Times New Roman" panose="02020603050405020304" pitchFamily="18" charset="0"/>
              <a:cs typeface="Times New Roman" panose="02020603050405020304" pitchFamily="18" charset="0"/>
            </a:endParaRPr>
          </a:p>
          <a:p>
            <a:pPr marL="0" indent="0" algn="ctr">
              <a:buNone/>
            </a:pPr>
            <a:r>
              <a:rPr lang="en-US" sz="2000" b="1" dirty="0">
                <a:solidFill>
                  <a:srgbClr val="F8FAFC"/>
                </a:solidFill>
                <a:latin typeface="Times New Roman" panose="02020603050405020304" pitchFamily="18" charset="0"/>
                <a:ea typeface="Times New Roman" pitchFamily="34" charset="-122"/>
                <a:cs typeface="Times New Roman" panose="02020603050405020304" pitchFamily="18" charset="0"/>
              </a:rPr>
              <a:t>to locate index</a:t>
            </a:r>
            <a:endParaRPr lang="en-US" sz="2000" dirty="0">
              <a:latin typeface="Times New Roman" panose="02020603050405020304" pitchFamily="18" charset="0"/>
              <a:cs typeface="Times New Roman" panose="02020603050405020304" pitchFamily="18" charset="0"/>
            </a:endParaRPr>
          </a:p>
        </p:txBody>
      </p:sp>
      <p:sp>
        <p:nvSpPr>
          <p:cNvPr id="28" name="Shape 26"/>
          <p:cNvSpPr/>
          <p:nvPr/>
        </p:nvSpPr>
        <p:spPr>
          <a:xfrm>
            <a:off x="2962656" y="5673288"/>
            <a:ext cx="768096" cy="0"/>
          </a:xfrm>
          <a:prstGeom prst="line">
            <a:avLst/>
          </a:prstGeom>
          <a:noFill/>
          <a:ln w="27940">
            <a:solidFill>
              <a:srgbClr val="47D7FF"/>
            </a:solidFill>
            <a:prstDash val="solid"/>
            <a:headEnd type="none"/>
            <a:tailEnd type="triangle"/>
          </a:ln>
        </p:spPr>
        <p:txBody>
          <a:bodyPr/>
          <a:lstStyle/>
          <a:p>
            <a:endParaRPr lang="en-US"/>
          </a:p>
        </p:txBody>
      </p:sp>
      <p:sp>
        <p:nvSpPr>
          <p:cNvPr id="29" name="Shape 27"/>
          <p:cNvSpPr/>
          <p:nvPr/>
        </p:nvSpPr>
        <p:spPr>
          <a:xfrm>
            <a:off x="3895344" y="5298384"/>
            <a:ext cx="1874520" cy="749808"/>
          </a:xfrm>
          <a:prstGeom prst="roundRect">
            <a:avLst>
              <a:gd name="adj" fmla="val 7317"/>
            </a:avLst>
          </a:prstGeom>
          <a:solidFill>
            <a:srgbClr val="121F38"/>
          </a:solidFill>
          <a:ln w="15240">
            <a:solidFill>
              <a:srgbClr val="8B5CF6">
                <a:alpha val="90000"/>
              </a:srgbClr>
            </a:solidFill>
            <a:prstDash val="solid"/>
          </a:ln>
        </p:spPr>
        <p:txBody>
          <a:bodyPr/>
          <a:lstStyle/>
          <a:p>
            <a:endParaRPr lang="en-US"/>
          </a:p>
        </p:txBody>
      </p:sp>
      <p:sp>
        <p:nvSpPr>
          <p:cNvPr id="30" name="Text 28"/>
          <p:cNvSpPr/>
          <p:nvPr/>
        </p:nvSpPr>
        <p:spPr>
          <a:xfrm>
            <a:off x="3904488" y="5312580"/>
            <a:ext cx="1852352" cy="715768"/>
          </a:xfrm>
          <a:prstGeom prst="rect">
            <a:avLst/>
          </a:prstGeom>
          <a:noFill/>
          <a:ln/>
        </p:spPr>
        <p:txBody>
          <a:bodyPr wrap="square" lIns="381" tIns="381" rIns="381" bIns="381" rtlCol="0" anchor="ctr">
            <a:normAutofit/>
          </a:bodyPr>
          <a:lstStyle/>
          <a:p>
            <a:pPr marL="0" indent="0" algn="ctr">
              <a:buNone/>
            </a:pPr>
            <a:r>
              <a:rPr lang="en-US" sz="2000" b="1" dirty="0">
                <a:solidFill>
                  <a:srgbClr val="F8FAFC"/>
                </a:solidFill>
                <a:latin typeface="Times New Roman" panose="02020603050405020304" pitchFamily="18" charset="0"/>
                <a:ea typeface="Times New Roman" pitchFamily="34" charset="-122"/>
                <a:cs typeface="Times New Roman" panose="02020603050405020304" pitchFamily="18" charset="0"/>
              </a:rPr>
              <a:t>Identify</a:t>
            </a:r>
            <a:endParaRPr lang="en-US" sz="2000" dirty="0">
              <a:latin typeface="Times New Roman" panose="02020603050405020304" pitchFamily="18" charset="0"/>
              <a:cs typeface="Times New Roman" panose="02020603050405020304" pitchFamily="18" charset="0"/>
            </a:endParaRPr>
          </a:p>
          <a:p>
            <a:pPr marL="0" indent="0" algn="ctr">
              <a:buNone/>
            </a:pPr>
            <a:r>
              <a:rPr lang="en-US" sz="2000" b="1" dirty="0">
                <a:solidFill>
                  <a:srgbClr val="F8FAFC"/>
                </a:solidFill>
                <a:latin typeface="Times New Roman" panose="02020603050405020304" pitchFamily="18" charset="0"/>
                <a:ea typeface="Times New Roman" pitchFamily="34" charset="-122"/>
                <a:cs typeface="Times New Roman" panose="02020603050405020304" pitchFamily="18" charset="0"/>
              </a:rPr>
              <a:t>matching pair</a:t>
            </a:r>
            <a:endParaRPr lang="en-US" sz="2000" dirty="0">
              <a:latin typeface="Times New Roman" panose="02020603050405020304" pitchFamily="18" charset="0"/>
              <a:cs typeface="Times New Roman" panose="02020603050405020304" pitchFamily="18" charset="0"/>
            </a:endParaRPr>
          </a:p>
        </p:txBody>
      </p:sp>
      <p:sp>
        <p:nvSpPr>
          <p:cNvPr id="31" name="Shape 29"/>
          <p:cNvSpPr/>
          <p:nvPr/>
        </p:nvSpPr>
        <p:spPr>
          <a:xfrm>
            <a:off x="5943600" y="5653444"/>
            <a:ext cx="768096" cy="0"/>
          </a:xfrm>
          <a:prstGeom prst="line">
            <a:avLst/>
          </a:prstGeom>
          <a:noFill/>
          <a:ln w="27940">
            <a:solidFill>
              <a:srgbClr val="8B5CF6"/>
            </a:solidFill>
            <a:prstDash val="solid"/>
            <a:headEnd type="none"/>
            <a:tailEnd type="triangle"/>
          </a:ln>
        </p:spPr>
        <p:txBody>
          <a:bodyPr/>
          <a:lstStyle/>
          <a:p>
            <a:endParaRPr lang="en-US"/>
          </a:p>
        </p:txBody>
      </p:sp>
      <p:sp>
        <p:nvSpPr>
          <p:cNvPr id="32" name="Shape 30"/>
          <p:cNvSpPr/>
          <p:nvPr/>
        </p:nvSpPr>
        <p:spPr>
          <a:xfrm>
            <a:off x="6892473" y="5278540"/>
            <a:ext cx="1463040" cy="749808"/>
          </a:xfrm>
          <a:prstGeom prst="roundRect">
            <a:avLst>
              <a:gd name="adj" fmla="val 7317"/>
            </a:avLst>
          </a:prstGeom>
          <a:solidFill>
            <a:srgbClr val="121F38"/>
          </a:solidFill>
          <a:ln w="15240">
            <a:solidFill>
              <a:srgbClr val="FF6B6B">
                <a:alpha val="90000"/>
              </a:srgbClr>
            </a:solidFill>
            <a:prstDash val="solid"/>
          </a:ln>
        </p:spPr>
        <p:txBody>
          <a:bodyPr/>
          <a:lstStyle/>
          <a:p>
            <a:endParaRPr lang="en-US"/>
          </a:p>
        </p:txBody>
      </p:sp>
      <p:sp>
        <p:nvSpPr>
          <p:cNvPr id="33" name="Text 31"/>
          <p:cNvSpPr/>
          <p:nvPr/>
        </p:nvSpPr>
        <p:spPr>
          <a:xfrm>
            <a:off x="6892473" y="5298384"/>
            <a:ext cx="1463040" cy="729964"/>
          </a:xfrm>
          <a:prstGeom prst="rect">
            <a:avLst/>
          </a:prstGeom>
          <a:noFill/>
          <a:ln/>
        </p:spPr>
        <p:txBody>
          <a:bodyPr wrap="square" lIns="381" tIns="381" rIns="381" bIns="381" rtlCol="0" anchor="ctr">
            <a:normAutofit/>
          </a:bodyPr>
          <a:lstStyle/>
          <a:p>
            <a:pPr marL="0" indent="0" algn="ctr">
              <a:buNone/>
            </a:pPr>
            <a:r>
              <a:rPr lang="en-US" sz="2000" b="1" dirty="0">
                <a:solidFill>
                  <a:srgbClr val="F8FAFC"/>
                </a:solidFill>
                <a:latin typeface="Times New Roman" panose="02020603050405020304" pitchFamily="18" charset="0"/>
                <a:ea typeface="Times New Roman" pitchFamily="34" charset="-122"/>
                <a:cs typeface="Times New Roman" panose="02020603050405020304" pitchFamily="18" charset="0"/>
              </a:rPr>
              <a:t>Remove</a:t>
            </a:r>
            <a:endParaRPr lang="en-US" sz="2000" dirty="0">
              <a:latin typeface="Times New Roman" panose="02020603050405020304" pitchFamily="18" charset="0"/>
              <a:cs typeface="Times New Roman" panose="02020603050405020304" pitchFamily="18" charset="0"/>
            </a:endParaRPr>
          </a:p>
          <a:p>
            <a:pPr marL="0" indent="0" algn="ctr">
              <a:buNone/>
            </a:pPr>
            <a:r>
              <a:rPr lang="en-US" sz="2000" b="1" dirty="0">
                <a:solidFill>
                  <a:srgbClr val="F8FAFC"/>
                </a:solidFill>
                <a:latin typeface="Times New Roman" panose="02020603050405020304" pitchFamily="18" charset="0"/>
                <a:ea typeface="Times New Roman" pitchFamily="34" charset="-122"/>
                <a:cs typeface="Times New Roman" panose="02020603050405020304" pitchFamily="18" charset="0"/>
              </a:rPr>
              <a:t>entry</a:t>
            </a:r>
            <a:endParaRPr lang="en-US" sz="2000" dirty="0">
              <a:latin typeface="Times New Roman" panose="02020603050405020304" pitchFamily="18" charset="0"/>
              <a:cs typeface="Times New Roman" panose="02020603050405020304" pitchFamily="18" charset="0"/>
            </a:endParaRPr>
          </a:p>
        </p:txBody>
      </p:sp>
      <p:sp>
        <p:nvSpPr>
          <p:cNvPr id="34" name="Shape 32"/>
          <p:cNvSpPr/>
          <p:nvPr/>
        </p:nvSpPr>
        <p:spPr>
          <a:xfrm>
            <a:off x="8503920" y="5640911"/>
            <a:ext cx="713232" cy="0"/>
          </a:xfrm>
          <a:prstGeom prst="line">
            <a:avLst/>
          </a:prstGeom>
          <a:noFill/>
          <a:ln w="27940">
            <a:solidFill>
              <a:srgbClr val="FF6B6B"/>
            </a:solidFill>
            <a:prstDash val="solid"/>
            <a:headEnd type="none"/>
            <a:tailEnd type="triangle"/>
          </a:ln>
        </p:spPr>
        <p:txBody>
          <a:bodyPr/>
          <a:lstStyle/>
          <a:p>
            <a:endParaRPr lang="en-US"/>
          </a:p>
        </p:txBody>
      </p:sp>
      <p:sp>
        <p:nvSpPr>
          <p:cNvPr id="35" name="Shape 33"/>
          <p:cNvSpPr/>
          <p:nvPr/>
        </p:nvSpPr>
        <p:spPr>
          <a:xfrm>
            <a:off x="9398218" y="5278540"/>
            <a:ext cx="1828800" cy="749808"/>
          </a:xfrm>
          <a:prstGeom prst="roundRect">
            <a:avLst>
              <a:gd name="adj" fmla="val 7317"/>
            </a:avLst>
          </a:prstGeom>
          <a:solidFill>
            <a:srgbClr val="121F38"/>
          </a:solidFill>
          <a:ln w="15240">
            <a:solidFill>
              <a:srgbClr val="61D394">
                <a:alpha val="90000"/>
              </a:srgbClr>
            </a:solidFill>
            <a:prstDash val="solid"/>
          </a:ln>
        </p:spPr>
        <p:txBody>
          <a:bodyPr/>
          <a:lstStyle/>
          <a:p>
            <a:endParaRPr lang="en-US"/>
          </a:p>
        </p:txBody>
      </p:sp>
      <p:sp>
        <p:nvSpPr>
          <p:cNvPr id="36" name="Text 34"/>
          <p:cNvSpPr/>
          <p:nvPr/>
        </p:nvSpPr>
        <p:spPr>
          <a:xfrm>
            <a:off x="9398218" y="5292403"/>
            <a:ext cx="1828800" cy="735940"/>
          </a:xfrm>
          <a:prstGeom prst="rect">
            <a:avLst/>
          </a:prstGeom>
          <a:noFill/>
          <a:ln/>
        </p:spPr>
        <p:txBody>
          <a:bodyPr wrap="square" lIns="381" tIns="381" rIns="381" bIns="381" rtlCol="0" anchor="ctr">
            <a:normAutofit/>
          </a:bodyPr>
          <a:lstStyle/>
          <a:p>
            <a:pPr marL="0" indent="0" algn="ctr">
              <a:buNone/>
            </a:pPr>
            <a:r>
              <a:rPr lang="en-US" sz="2000" b="1" dirty="0">
                <a:solidFill>
                  <a:srgbClr val="F8FAFC"/>
                </a:solidFill>
                <a:latin typeface="Times New Roman" panose="02020603050405020304" pitchFamily="18" charset="0"/>
                <a:ea typeface="Times New Roman" pitchFamily="34" charset="-122"/>
                <a:cs typeface="Times New Roman" panose="02020603050405020304" pitchFamily="18" charset="0"/>
              </a:rPr>
              <a:t>Structure</a:t>
            </a:r>
            <a:endParaRPr lang="en-US" sz="2000" dirty="0">
              <a:latin typeface="Times New Roman" panose="02020603050405020304" pitchFamily="18" charset="0"/>
              <a:cs typeface="Times New Roman" panose="02020603050405020304" pitchFamily="18" charset="0"/>
            </a:endParaRPr>
          </a:p>
          <a:p>
            <a:pPr marL="0" indent="0" algn="ctr">
              <a:buNone/>
            </a:pPr>
            <a:r>
              <a:rPr lang="en-US" sz="2000" b="1" dirty="0">
                <a:solidFill>
                  <a:srgbClr val="F8FAFC"/>
                </a:solidFill>
                <a:latin typeface="Times New Roman" panose="02020603050405020304" pitchFamily="18" charset="0"/>
                <a:ea typeface="Times New Roman" pitchFamily="34" charset="-122"/>
                <a:cs typeface="Times New Roman" panose="02020603050405020304" pitchFamily="18" charset="0"/>
              </a:rPr>
              <a:t>stays usable</a:t>
            </a:r>
            <a:endParaRPr lang="en-US" sz="2000" dirty="0">
              <a:latin typeface="Times New Roman" panose="02020603050405020304" pitchFamily="18" charset="0"/>
              <a:cs typeface="Times New Roman" panose="02020603050405020304" pitchFamily="18" charset="0"/>
            </a:endParaRPr>
          </a:p>
        </p:txBody>
      </p:sp>
      <p:sp>
        <p:nvSpPr>
          <p:cNvPr id="37" name="Shape 35"/>
          <p:cNvSpPr/>
          <p:nvPr/>
        </p:nvSpPr>
        <p:spPr>
          <a:xfrm>
            <a:off x="5098761" y="4330017"/>
            <a:ext cx="2856943" cy="653715"/>
          </a:xfrm>
          <a:prstGeom prst="roundRect">
            <a:avLst>
              <a:gd name="adj" fmla="val 21053"/>
            </a:avLst>
          </a:prstGeom>
          <a:solidFill>
            <a:srgbClr val="121F38">
              <a:alpha val="96000"/>
            </a:srgbClr>
          </a:solidFill>
          <a:ln w="12700">
            <a:solidFill>
              <a:srgbClr val="FF6B6B">
                <a:alpha val="90000"/>
              </a:srgbClr>
            </a:solidFill>
            <a:prstDash val="solid"/>
          </a:ln>
        </p:spPr>
        <p:txBody>
          <a:bodyPr/>
          <a:lstStyle/>
          <a:p>
            <a:endParaRPr lang="en-US"/>
          </a:p>
        </p:txBody>
      </p:sp>
      <p:sp>
        <p:nvSpPr>
          <p:cNvPr id="38" name="Text 36"/>
          <p:cNvSpPr/>
          <p:nvPr/>
        </p:nvSpPr>
        <p:spPr>
          <a:xfrm>
            <a:off x="5098760" y="4316155"/>
            <a:ext cx="2856943" cy="667577"/>
          </a:xfrm>
          <a:prstGeom prst="rect">
            <a:avLst/>
          </a:prstGeom>
          <a:noFill/>
          <a:ln/>
        </p:spPr>
        <p:txBody>
          <a:bodyPr wrap="square" lIns="0" tIns="0" rIns="0" bIns="0" rtlCol="0" anchor="ctr"/>
          <a:lstStyle/>
          <a:p>
            <a:pPr marL="0" indent="0" algn="ctr">
              <a:buNone/>
            </a:pPr>
            <a:r>
              <a:rPr lang="en-US" sz="2000" b="1" dirty="0">
                <a:solidFill>
                  <a:srgbClr val="FF6B6B"/>
                </a:solidFill>
                <a:latin typeface="Times New Roman" panose="02020603050405020304" pitchFamily="18" charset="0"/>
                <a:ea typeface="Times New Roman" pitchFamily="34" charset="-122"/>
                <a:cs typeface="Times New Roman" panose="02020603050405020304" pitchFamily="18" charset="0"/>
              </a:rPr>
              <a:t>target bucket located</a:t>
            </a:r>
            <a:endParaRPr lang="en-US" sz="2000" dirty="0">
              <a:latin typeface="Times New Roman" panose="02020603050405020304" pitchFamily="18" charset="0"/>
              <a:cs typeface="Times New Roman" panose="02020603050405020304" pitchFamily="18" charset="0"/>
            </a:endParaRPr>
          </a:p>
        </p:txBody>
      </p:sp>
      <p:sp>
        <p:nvSpPr>
          <p:cNvPr id="39" name="Shape 0">
            <a:extLst>
              <a:ext uri="{FF2B5EF4-FFF2-40B4-BE49-F238E27FC236}">
                <a16:creationId xmlns:a16="http://schemas.microsoft.com/office/drawing/2014/main" id="{ECA04D0F-918B-CDF9-79A8-119BD9BCFB99}"/>
              </a:ext>
            </a:extLst>
          </p:cNvPr>
          <p:cNvSpPr/>
          <p:nvPr/>
        </p:nvSpPr>
        <p:spPr>
          <a:xfrm>
            <a:off x="-16147" y="-22568"/>
            <a:ext cx="109728" cy="6880568"/>
          </a:xfrm>
          <a:prstGeom prst="rect">
            <a:avLst/>
          </a:prstGeom>
          <a:solidFill>
            <a:srgbClr val="47D7FF"/>
          </a:solidFill>
          <a:ln w="12700">
            <a:solidFill>
              <a:srgbClr val="47D7FF">
                <a:alpha val="0"/>
              </a:srgbClr>
            </a:solidFill>
            <a:prstDash val="solid"/>
          </a:ln>
        </p:spPr>
        <p:txBody>
          <a:bodyPr/>
          <a:lstStyle/>
          <a:p>
            <a:endParaRPr lang="en-US"/>
          </a:p>
        </p:txBody>
      </p:sp>
      <p:sp>
        <p:nvSpPr>
          <p:cNvPr id="40" name="Shape 17">
            <a:extLst>
              <a:ext uri="{FF2B5EF4-FFF2-40B4-BE49-F238E27FC236}">
                <a16:creationId xmlns:a16="http://schemas.microsoft.com/office/drawing/2014/main" id="{6146BA1C-5282-C8A4-7F76-883AD9273229}"/>
              </a:ext>
            </a:extLst>
          </p:cNvPr>
          <p:cNvSpPr/>
          <p:nvPr/>
        </p:nvSpPr>
        <p:spPr>
          <a:xfrm>
            <a:off x="1800465" y="2825492"/>
            <a:ext cx="658079" cy="1234066"/>
          </a:xfrm>
          <a:prstGeom prst="rect">
            <a:avLst/>
          </a:prstGeom>
          <a:solidFill>
            <a:srgbClr val="121F38">
              <a:alpha val="88000"/>
            </a:srgbClr>
          </a:solidFill>
          <a:ln w="8890">
            <a:solidFill>
              <a:srgbClr val="6B7895">
                <a:alpha val="55000"/>
              </a:srgbClr>
            </a:solidFill>
            <a:prstDash val="solid"/>
          </a:ln>
        </p:spPr>
        <p:txBody>
          <a:bodyPr/>
          <a:lstStyle/>
          <a:p>
            <a:endParaRPr lang="en-US"/>
          </a:p>
        </p:txBody>
      </p:sp>
      <p:sp>
        <p:nvSpPr>
          <p:cNvPr id="41" name="Shape 17">
            <a:extLst>
              <a:ext uri="{FF2B5EF4-FFF2-40B4-BE49-F238E27FC236}">
                <a16:creationId xmlns:a16="http://schemas.microsoft.com/office/drawing/2014/main" id="{FB21FB83-D2ED-783C-1130-23FDE6BBC71F}"/>
              </a:ext>
            </a:extLst>
          </p:cNvPr>
          <p:cNvSpPr/>
          <p:nvPr/>
        </p:nvSpPr>
        <p:spPr>
          <a:xfrm>
            <a:off x="2899897" y="2825492"/>
            <a:ext cx="658079" cy="1234066"/>
          </a:xfrm>
          <a:prstGeom prst="rect">
            <a:avLst/>
          </a:prstGeom>
          <a:solidFill>
            <a:srgbClr val="121F38">
              <a:alpha val="88000"/>
            </a:srgbClr>
          </a:solidFill>
          <a:ln w="8890">
            <a:solidFill>
              <a:srgbClr val="6B7895">
                <a:alpha val="55000"/>
              </a:srgbClr>
            </a:solidFill>
            <a:prstDash val="solid"/>
          </a:ln>
        </p:spPr>
        <p:txBody>
          <a:bodyPr/>
          <a:lstStyle/>
          <a:p>
            <a:endParaRPr lang="en-US"/>
          </a:p>
        </p:txBody>
      </p:sp>
      <p:sp>
        <p:nvSpPr>
          <p:cNvPr id="42" name="Shape 17">
            <a:extLst>
              <a:ext uri="{FF2B5EF4-FFF2-40B4-BE49-F238E27FC236}">
                <a16:creationId xmlns:a16="http://schemas.microsoft.com/office/drawing/2014/main" id="{1618EF06-7F7D-E1D8-C604-019B6FB20239}"/>
              </a:ext>
            </a:extLst>
          </p:cNvPr>
          <p:cNvSpPr/>
          <p:nvPr/>
        </p:nvSpPr>
        <p:spPr>
          <a:xfrm>
            <a:off x="3999329" y="2843470"/>
            <a:ext cx="658079" cy="1234066"/>
          </a:xfrm>
          <a:prstGeom prst="rect">
            <a:avLst/>
          </a:prstGeom>
          <a:solidFill>
            <a:srgbClr val="121F38">
              <a:alpha val="88000"/>
            </a:srgbClr>
          </a:solidFill>
          <a:ln w="8890">
            <a:solidFill>
              <a:srgbClr val="6B7895">
                <a:alpha val="55000"/>
              </a:srgbClr>
            </a:solidFill>
            <a:prstDash val="solid"/>
          </a:ln>
        </p:spPr>
        <p:txBody>
          <a:bodyPr/>
          <a:lstStyle/>
          <a:p>
            <a:endParaRPr lang="en-US"/>
          </a:p>
        </p:txBody>
      </p:sp>
      <p:sp>
        <p:nvSpPr>
          <p:cNvPr id="43" name="Shape 17">
            <a:extLst>
              <a:ext uri="{FF2B5EF4-FFF2-40B4-BE49-F238E27FC236}">
                <a16:creationId xmlns:a16="http://schemas.microsoft.com/office/drawing/2014/main" id="{CB61052A-1DE6-6B8B-4BE4-8E4C8932E933}"/>
              </a:ext>
            </a:extLst>
          </p:cNvPr>
          <p:cNvSpPr/>
          <p:nvPr/>
        </p:nvSpPr>
        <p:spPr>
          <a:xfrm>
            <a:off x="5098761" y="2843470"/>
            <a:ext cx="658079" cy="1234066"/>
          </a:xfrm>
          <a:prstGeom prst="rect">
            <a:avLst/>
          </a:prstGeom>
          <a:solidFill>
            <a:srgbClr val="121F38">
              <a:alpha val="88000"/>
            </a:srgbClr>
          </a:solidFill>
          <a:ln w="8890">
            <a:solidFill>
              <a:srgbClr val="6B7895">
                <a:alpha val="55000"/>
              </a:srgbClr>
            </a:solidFill>
            <a:prstDash val="solid"/>
          </a:ln>
        </p:spPr>
        <p:txBody>
          <a:bodyPr/>
          <a:lstStyle/>
          <a:p>
            <a:endParaRPr lang="en-US"/>
          </a:p>
        </p:txBody>
      </p:sp>
      <p:sp>
        <p:nvSpPr>
          <p:cNvPr id="44" name="Shape 21">
            <a:extLst>
              <a:ext uri="{FF2B5EF4-FFF2-40B4-BE49-F238E27FC236}">
                <a16:creationId xmlns:a16="http://schemas.microsoft.com/office/drawing/2014/main" id="{921BCF68-37E1-ACBA-A493-20347766B96B}"/>
              </a:ext>
            </a:extLst>
          </p:cNvPr>
          <p:cNvSpPr/>
          <p:nvPr/>
        </p:nvSpPr>
        <p:spPr>
          <a:xfrm>
            <a:off x="6198193" y="2857332"/>
            <a:ext cx="658079" cy="1220204"/>
          </a:xfrm>
          <a:prstGeom prst="rect">
            <a:avLst/>
          </a:prstGeom>
          <a:solidFill>
            <a:srgbClr val="1DA7D6">
              <a:alpha val="95000"/>
            </a:srgbClr>
          </a:solidFill>
          <a:ln w="20320">
            <a:solidFill>
              <a:srgbClr val="47D7FF"/>
            </a:solidFill>
            <a:prstDash val="solid"/>
          </a:ln>
        </p:spPr>
        <p:txBody>
          <a:bodyPr anchor="ctr"/>
          <a:lstStyle/>
          <a:p>
            <a:endParaRPr lang="en-US"/>
          </a:p>
        </p:txBody>
      </p:sp>
      <p:sp>
        <p:nvSpPr>
          <p:cNvPr id="45" name="Shape 17">
            <a:extLst>
              <a:ext uri="{FF2B5EF4-FFF2-40B4-BE49-F238E27FC236}">
                <a16:creationId xmlns:a16="http://schemas.microsoft.com/office/drawing/2014/main" id="{436D30D7-6C9F-9DC6-1174-21BEC504E3A6}"/>
              </a:ext>
            </a:extLst>
          </p:cNvPr>
          <p:cNvSpPr/>
          <p:nvPr/>
        </p:nvSpPr>
        <p:spPr>
          <a:xfrm>
            <a:off x="7297625" y="2843470"/>
            <a:ext cx="658079" cy="1234066"/>
          </a:xfrm>
          <a:prstGeom prst="rect">
            <a:avLst/>
          </a:prstGeom>
          <a:solidFill>
            <a:srgbClr val="121F38">
              <a:alpha val="88000"/>
            </a:srgbClr>
          </a:solidFill>
          <a:ln w="8890">
            <a:solidFill>
              <a:srgbClr val="6B7895">
                <a:alpha val="55000"/>
              </a:srgbClr>
            </a:solidFill>
            <a:prstDash val="solid"/>
          </a:ln>
        </p:spPr>
        <p:txBody>
          <a:bodyPr/>
          <a:lstStyle/>
          <a:p>
            <a:endParaRPr lang="en-US"/>
          </a:p>
        </p:txBody>
      </p:sp>
      <p:sp>
        <p:nvSpPr>
          <p:cNvPr id="46" name="Shape 17">
            <a:extLst>
              <a:ext uri="{FF2B5EF4-FFF2-40B4-BE49-F238E27FC236}">
                <a16:creationId xmlns:a16="http://schemas.microsoft.com/office/drawing/2014/main" id="{BD2EFF83-855E-2DB0-3DAE-9F3588C2997A}"/>
              </a:ext>
            </a:extLst>
          </p:cNvPr>
          <p:cNvSpPr/>
          <p:nvPr/>
        </p:nvSpPr>
        <p:spPr>
          <a:xfrm>
            <a:off x="8397057" y="2843470"/>
            <a:ext cx="658079" cy="1234066"/>
          </a:xfrm>
          <a:prstGeom prst="rect">
            <a:avLst/>
          </a:prstGeom>
          <a:solidFill>
            <a:srgbClr val="121F38">
              <a:alpha val="88000"/>
            </a:srgbClr>
          </a:solidFill>
          <a:ln w="8890">
            <a:solidFill>
              <a:srgbClr val="6B7895">
                <a:alpha val="55000"/>
              </a:srgbClr>
            </a:solidFill>
            <a:prstDash val="solid"/>
          </a:ln>
        </p:spPr>
        <p:txBody>
          <a:bodyPr/>
          <a:lstStyle/>
          <a:p>
            <a:endParaRPr lang="en-US"/>
          </a:p>
        </p:txBody>
      </p:sp>
      <p:sp>
        <p:nvSpPr>
          <p:cNvPr id="47" name="Shape 17">
            <a:extLst>
              <a:ext uri="{FF2B5EF4-FFF2-40B4-BE49-F238E27FC236}">
                <a16:creationId xmlns:a16="http://schemas.microsoft.com/office/drawing/2014/main" id="{F273C490-784E-C18D-C59E-88FFF920552C}"/>
              </a:ext>
            </a:extLst>
          </p:cNvPr>
          <p:cNvSpPr/>
          <p:nvPr/>
        </p:nvSpPr>
        <p:spPr>
          <a:xfrm>
            <a:off x="9496489" y="2843470"/>
            <a:ext cx="658079" cy="1234066"/>
          </a:xfrm>
          <a:prstGeom prst="rect">
            <a:avLst/>
          </a:prstGeom>
          <a:solidFill>
            <a:srgbClr val="121F38">
              <a:alpha val="88000"/>
            </a:srgbClr>
          </a:solidFill>
          <a:ln w="8890">
            <a:solidFill>
              <a:srgbClr val="6B7895">
                <a:alpha val="55000"/>
              </a:srgbClr>
            </a:solidFill>
            <a:prstDash val="solid"/>
          </a:ln>
        </p:spPr>
        <p:txBody>
          <a:bodyPr/>
          <a:lstStyle/>
          <a:p>
            <a:endParaRPr lang="en-US"/>
          </a:p>
        </p:txBody>
      </p:sp>
      <p:sp>
        <p:nvSpPr>
          <p:cNvPr id="48" name="Shape 0">
            <a:extLst>
              <a:ext uri="{FF2B5EF4-FFF2-40B4-BE49-F238E27FC236}">
                <a16:creationId xmlns:a16="http://schemas.microsoft.com/office/drawing/2014/main" id="{0B5BB181-88EE-B856-5E9F-C10804E64448}"/>
              </a:ext>
            </a:extLst>
          </p:cNvPr>
          <p:cNvSpPr/>
          <p:nvPr/>
        </p:nvSpPr>
        <p:spPr>
          <a:xfrm>
            <a:off x="12049651" y="-22568"/>
            <a:ext cx="137160" cy="6880568"/>
          </a:xfrm>
          <a:prstGeom prst="rect">
            <a:avLst/>
          </a:prstGeom>
          <a:solidFill>
            <a:srgbClr val="47D7FF"/>
          </a:solidFill>
          <a:ln w="12700">
            <a:solidFill>
              <a:srgbClr val="47D7FF">
                <a:alpha val="0"/>
              </a:srgbClr>
            </a:solidFill>
            <a:prstDash val="solid"/>
          </a:ln>
        </p:spPr>
        <p:txBody>
          <a:bodyPr/>
          <a:lstStyle/>
          <a:p>
            <a:endParaRPr lang="en-US"/>
          </a:p>
        </p:txBody>
      </p:sp>
      <p:sp>
        <p:nvSpPr>
          <p:cNvPr id="49" name="Text 18">
            <a:extLst>
              <a:ext uri="{FF2B5EF4-FFF2-40B4-BE49-F238E27FC236}">
                <a16:creationId xmlns:a16="http://schemas.microsoft.com/office/drawing/2014/main" id="{52108B47-6D70-201D-806B-26356EAAA735}"/>
              </a:ext>
            </a:extLst>
          </p:cNvPr>
          <p:cNvSpPr/>
          <p:nvPr/>
        </p:nvSpPr>
        <p:spPr>
          <a:xfrm>
            <a:off x="1800465" y="2825492"/>
            <a:ext cx="658079" cy="1234066"/>
          </a:xfrm>
          <a:prstGeom prst="rect">
            <a:avLst/>
          </a:prstGeom>
          <a:noFill/>
          <a:ln/>
        </p:spPr>
        <p:txBody>
          <a:bodyPr wrap="square" lIns="0" tIns="0" rIns="0" bIns="0" rtlCol="0" anchor="ctr"/>
          <a:lstStyle/>
          <a:p>
            <a:pPr marL="0" indent="0" algn="ctr">
              <a:buNone/>
            </a:pPr>
            <a:r>
              <a:rPr lang="en-US" sz="2500" dirty="0">
                <a:latin typeface="Times New Roman" panose="02020603050405020304" pitchFamily="18" charset="0"/>
                <a:ea typeface="Times New Roman" pitchFamily="34" charset="-122"/>
                <a:cs typeface="Times New Roman" panose="02020603050405020304" pitchFamily="18" charset="0"/>
              </a:rPr>
              <a:t>0</a:t>
            </a:r>
            <a:endParaRPr lang="en-US" sz="2500" dirty="0">
              <a:latin typeface="Times New Roman" panose="02020603050405020304" pitchFamily="18" charset="0"/>
              <a:cs typeface="Times New Roman" panose="02020603050405020304" pitchFamily="18" charset="0"/>
            </a:endParaRPr>
          </a:p>
        </p:txBody>
      </p:sp>
      <p:sp>
        <p:nvSpPr>
          <p:cNvPr id="50" name="Text 18">
            <a:extLst>
              <a:ext uri="{FF2B5EF4-FFF2-40B4-BE49-F238E27FC236}">
                <a16:creationId xmlns:a16="http://schemas.microsoft.com/office/drawing/2014/main" id="{1CA521F7-4B10-5E90-E37A-DE235540BE20}"/>
              </a:ext>
            </a:extLst>
          </p:cNvPr>
          <p:cNvSpPr/>
          <p:nvPr/>
        </p:nvSpPr>
        <p:spPr>
          <a:xfrm>
            <a:off x="2899897" y="2825491"/>
            <a:ext cx="658079" cy="1234065"/>
          </a:xfrm>
          <a:prstGeom prst="rect">
            <a:avLst/>
          </a:prstGeom>
          <a:noFill/>
          <a:ln/>
        </p:spPr>
        <p:txBody>
          <a:bodyPr wrap="square" lIns="0" tIns="0" rIns="0" bIns="0" rtlCol="0" anchor="ctr"/>
          <a:lstStyle/>
          <a:p>
            <a:pPr marL="0" indent="0" algn="ctr">
              <a:buNone/>
            </a:pPr>
            <a:r>
              <a:rPr lang="en-US" sz="2500" dirty="0">
                <a:latin typeface="Times New Roman" panose="02020603050405020304" pitchFamily="18" charset="0"/>
                <a:cs typeface="Times New Roman" panose="02020603050405020304" pitchFamily="18" charset="0"/>
              </a:rPr>
              <a:t>1</a:t>
            </a:r>
          </a:p>
        </p:txBody>
      </p:sp>
      <p:sp>
        <p:nvSpPr>
          <p:cNvPr id="51" name="Text 18">
            <a:extLst>
              <a:ext uri="{FF2B5EF4-FFF2-40B4-BE49-F238E27FC236}">
                <a16:creationId xmlns:a16="http://schemas.microsoft.com/office/drawing/2014/main" id="{B0E2C67A-7642-1286-0603-1B445850E1E1}"/>
              </a:ext>
            </a:extLst>
          </p:cNvPr>
          <p:cNvSpPr/>
          <p:nvPr/>
        </p:nvSpPr>
        <p:spPr>
          <a:xfrm>
            <a:off x="4001091" y="2857332"/>
            <a:ext cx="656317" cy="1234066"/>
          </a:xfrm>
          <a:prstGeom prst="rect">
            <a:avLst/>
          </a:prstGeom>
          <a:noFill/>
          <a:ln/>
        </p:spPr>
        <p:txBody>
          <a:bodyPr wrap="square" lIns="0" tIns="0" rIns="0" bIns="0" rtlCol="0" anchor="ctr"/>
          <a:lstStyle/>
          <a:p>
            <a:pPr marL="0" indent="0" algn="ctr">
              <a:buNone/>
            </a:pPr>
            <a:r>
              <a:rPr lang="en-US" sz="2500" dirty="0">
                <a:latin typeface="Times New Roman" panose="02020603050405020304" pitchFamily="18" charset="0"/>
                <a:cs typeface="Times New Roman" panose="02020603050405020304" pitchFamily="18" charset="0"/>
              </a:rPr>
              <a:t>2</a:t>
            </a:r>
          </a:p>
        </p:txBody>
      </p:sp>
      <p:sp>
        <p:nvSpPr>
          <p:cNvPr id="52" name="Text 18">
            <a:extLst>
              <a:ext uri="{FF2B5EF4-FFF2-40B4-BE49-F238E27FC236}">
                <a16:creationId xmlns:a16="http://schemas.microsoft.com/office/drawing/2014/main" id="{5BB78928-4A54-CF34-B056-4171869BED2D}"/>
              </a:ext>
            </a:extLst>
          </p:cNvPr>
          <p:cNvSpPr/>
          <p:nvPr/>
        </p:nvSpPr>
        <p:spPr>
          <a:xfrm>
            <a:off x="5098761" y="2843470"/>
            <a:ext cx="656317" cy="1247928"/>
          </a:xfrm>
          <a:prstGeom prst="rect">
            <a:avLst/>
          </a:prstGeom>
          <a:noFill/>
          <a:ln/>
        </p:spPr>
        <p:txBody>
          <a:bodyPr wrap="square" lIns="0" tIns="0" rIns="0" bIns="0" rtlCol="0" anchor="ctr"/>
          <a:lstStyle/>
          <a:p>
            <a:pPr marL="0" indent="0" algn="ctr">
              <a:buNone/>
            </a:pPr>
            <a:r>
              <a:rPr lang="en-US" sz="2500" dirty="0">
                <a:latin typeface="Times New Roman" panose="02020603050405020304" pitchFamily="18" charset="0"/>
                <a:cs typeface="Times New Roman" panose="02020603050405020304" pitchFamily="18" charset="0"/>
              </a:rPr>
              <a:t>3</a:t>
            </a:r>
          </a:p>
        </p:txBody>
      </p:sp>
      <p:sp>
        <p:nvSpPr>
          <p:cNvPr id="53" name="Text 18">
            <a:extLst>
              <a:ext uri="{FF2B5EF4-FFF2-40B4-BE49-F238E27FC236}">
                <a16:creationId xmlns:a16="http://schemas.microsoft.com/office/drawing/2014/main" id="{4B12CEA9-4A8A-8708-2C6C-B95A56A69C94}"/>
              </a:ext>
            </a:extLst>
          </p:cNvPr>
          <p:cNvSpPr/>
          <p:nvPr/>
        </p:nvSpPr>
        <p:spPr>
          <a:xfrm>
            <a:off x="6198193" y="2857332"/>
            <a:ext cx="656317" cy="1234066"/>
          </a:xfrm>
          <a:prstGeom prst="rect">
            <a:avLst/>
          </a:prstGeom>
          <a:noFill/>
          <a:ln/>
        </p:spPr>
        <p:txBody>
          <a:bodyPr wrap="square" lIns="0" tIns="0" rIns="0" bIns="0" rtlCol="0" anchor="ctr"/>
          <a:lstStyle/>
          <a:p>
            <a:pPr marL="0" indent="0" algn="ctr">
              <a:buNone/>
            </a:pPr>
            <a:r>
              <a:rPr lang="en-US" sz="2500" dirty="0">
                <a:latin typeface="Times New Roman" panose="02020603050405020304" pitchFamily="18" charset="0"/>
                <a:cs typeface="Times New Roman" panose="02020603050405020304" pitchFamily="18" charset="0"/>
              </a:rPr>
              <a:t>4</a:t>
            </a:r>
          </a:p>
        </p:txBody>
      </p:sp>
      <p:sp>
        <p:nvSpPr>
          <p:cNvPr id="54" name="Text 18">
            <a:extLst>
              <a:ext uri="{FF2B5EF4-FFF2-40B4-BE49-F238E27FC236}">
                <a16:creationId xmlns:a16="http://schemas.microsoft.com/office/drawing/2014/main" id="{795BA792-E764-6A9B-1E79-69EF30A77282}"/>
              </a:ext>
            </a:extLst>
          </p:cNvPr>
          <p:cNvSpPr/>
          <p:nvPr/>
        </p:nvSpPr>
        <p:spPr>
          <a:xfrm>
            <a:off x="7295863" y="2843470"/>
            <a:ext cx="656317" cy="1247928"/>
          </a:xfrm>
          <a:prstGeom prst="rect">
            <a:avLst/>
          </a:prstGeom>
          <a:noFill/>
          <a:ln/>
        </p:spPr>
        <p:txBody>
          <a:bodyPr wrap="square" lIns="0" tIns="0" rIns="0" bIns="0" rtlCol="0" anchor="ctr"/>
          <a:lstStyle/>
          <a:p>
            <a:pPr marL="0" indent="0" algn="ctr">
              <a:buNone/>
            </a:pPr>
            <a:r>
              <a:rPr lang="en-US" sz="2500" dirty="0">
                <a:latin typeface="Times New Roman" panose="02020603050405020304" pitchFamily="18" charset="0"/>
                <a:cs typeface="Times New Roman" panose="02020603050405020304" pitchFamily="18" charset="0"/>
              </a:rPr>
              <a:t>5</a:t>
            </a:r>
          </a:p>
        </p:txBody>
      </p:sp>
      <p:sp>
        <p:nvSpPr>
          <p:cNvPr id="55" name="Text 18">
            <a:extLst>
              <a:ext uri="{FF2B5EF4-FFF2-40B4-BE49-F238E27FC236}">
                <a16:creationId xmlns:a16="http://schemas.microsoft.com/office/drawing/2014/main" id="{7F25ACDA-9841-A33D-3F1A-93096B82EABB}"/>
              </a:ext>
            </a:extLst>
          </p:cNvPr>
          <p:cNvSpPr/>
          <p:nvPr/>
        </p:nvSpPr>
        <p:spPr>
          <a:xfrm>
            <a:off x="8397057" y="2843470"/>
            <a:ext cx="656317" cy="1247928"/>
          </a:xfrm>
          <a:prstGeom prst="rect">
            <a:avLst/>
          </a:prstGeom>
          <a:noFill/>
          <a:ln/>
        </p:spPr>
        <p:txBody>
          <a:bodyPr wrap="square" lIns="0" tIns="0" rIns="0" bIns="0" rtlCol="0" anchor="ctr"/>
          <a:lstStyle/>
          <a:p>
            <a:pPr marL="0" indent="0" algn="ctr">
              <a:buNone/>
            </a:pPr>
            <a:r>
              <a:rPr lang="en-US" sz="2500" dirty="0">
                <a:latin typeface="Times New Roman" panose="02020603050405020304" pitchFamily="18" charset="0"/>
                <a:cs typeface="Times New Roman" panose="02020603050405020304" pitchFamily="18" charset="0"/>
              </a:rPr>
              <a:t>6</a:t>
            </a:r>
          </a:p>
        </p:txBody>
      </p:sp>
      <p:sp>
        <p:nvSpPr>
          <p:cNvPr id="56" name="Text 18">
            <a:extLst>
              <a:ext uri="{FF2B5EF4-FFF2-40B4-BE49-F238E27FC236}">
                <a16:creationId xmlns:a16="http://schemas.microsoft.com/office/drawing/2014/main" id="{55248B00-FD6A-1971-0DEE-C03DDB461ACA}"/>
              </a:ext>
            </a:extLst>
          </p:cNvPr>
          <p:cNvSpPr/>
          <p:nvPr/>
        </p:nvSpPr>
        <p:spPr>
          <a:xfrm>
            <a:off x="9491203" y="2843470"/>
            <a:ext cx="658079" cy="1247928"/>
          </a:xfrm>
          <a:prstGeom prst="rect">
            <a:avLst/>
          </a:prstGeom>
          <a:noFill/>
          <a:ln/>
        </p:spPr>
        <p:txBody>
          <a:bodyPr wrap="square" lIns="0" tIns="0" rIns="0" bIns="0" rtlCol="0" anchor="ctr"/>
          <a:lstStyle/>
          <a:p>
            <a:pPr marL="0" indent="0" algn="ctr">
              <a:buNone/>
            </a:pPr>
            <a:r>
              <a:rPr lang="en-US" sz="2500" dirty="0">
                <a:latin typeface="Times New Roman" panose="02020603050405020304" pitchFamily="18" charset="0"/>
                <a:cs typeface="Times New Roman" panose="02020603050405020304" pitchFamily="18" charset="0"/>
              </a:rPr>
              <a:t>7</a:t>
            </a:r>
          </a:p>
        </p:txBody>
      </p:sp>
      <p:sp>
        <p:nvSpPr>
          <p:cNvPr id="3" name="Footer Placeholder 6">
            <a:extLst>
              <a:ext uri="{FF2B5EF4-FFF2-40B4-BE49-F238E27FC236}">
                <a16:creationId xmlns:a16="http://schemas.microsoft.com/office/drawing/2014/main" id="{CB584A50-E0EE-BB3A-A63B-1ECC58FF0053}"/>
              </a:ext>
            </a:extLst>
          </p:cNvPr>
          <p:cNvSpPr txBox="1">
            <a:spLocks/>
          </p:cNvSpPr>
          <p:nvPr/>
        </p:nvSpPr>
        <p:spPr>
          <a:xfrm>
            <a:off x="93582" y="6464808"/>
            <a:ext cx="11956069" cy="393192"/>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000" dirty="0">
                <a:solidFill>
                  <a:schemeClr val="bg1"/>
                </a:solidFill>
                <a:latin typeface="Times New Roman" panose="02020603050405020304" pitchFamily="18" charset="0"/>
                <a:cs typeface="Times New Roman" panose="02020603050405020304" pitchFamily="18" charset="0"/>
              </a:rPr>
              <a:t>Julien &amp; Jacobs                                           Data Structures 2: Final Presentation                                                    12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500" fill="hold"/>
                                        <p:tgtEl>
                                          <p:spTgt spid="9"/>
                                        </p:tgtEl>
                                        <p:attrNameLst>
                                          <p:attrName>ppt_x</p:attrName>
                                        </p:attrNameLst>
                                      </p:cBhvr>
                                      <p:tavLst>
                                        <p:tav tm="0">
                                          <p:val>
                                            <p:strVal val="0-#ppt_w/2"/>
                                          </p:val>
                                        </p:tav>
                                        <p:tav tm="100000">
                                          <p:val>
                                            <p:strVal val="#ppt_x"/>
                                          </p:val>
                                        </p:tav>
                                      </p:tavLst>
                                    </p:anim>
                                    <p:anim calcmode="lin" valueType="num">
                                      <p:cBhvr additive="base">
                                        <p:cTn id="8" dur="1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chemeClr val="tx1"/>
        </a:solidFill>
        <a:effectLst/>
      </p:bgPr>
    </p:bg>
    <p:spTree>
      <p:nvGrpSpPr>
        <p:cNvPr id="1" name=""/>
        <p:cNvGrpSpPr/>
        <p:nvPr/>
      </p:nvGrpSpPr>
      <p:grpSpPr>
        <a:xfrm>
          <a:off x="0" y="0"/>
          <a:ext cx="0" cy="0"/>
          <a:chOff x="0" y="0"/>
          <a:chExt cx="0" cy="0"/>
        </a:xfrm>
      </p:grpSpPr>
      <p:sp>
        <p:nvSpPr>
          <p:cNvPr id="6" name="Text 4"/>
          <p:cNvSpPr/>
          <p:nvPr/>
        </p:nvSpPr>
        <p:spPr>
          <a:xfrm>
            <a:off x="566928" y="393192"/>
            <a:ext cx="3108960" cy="256032"/>
          </a:xfrm>
          <a:prstGeom prst="rect">
            <a:avLst/>
          </a:prstGeom>
          <a:noFill/>
          <a:ln/>
        </p:spPr>
        <p:txBody>
          <a:bodyPr wrap="square" lIns="0" tIns="0" rIns="0" bIns="0" rtlCol="0" anchor="ctr"/>
          <a:lstStyle/>
          <a:p>
            <a:pPr marL="0" indent="0">
              <a:buNone/>
            </a:pPr>
            <a:r>
              <a:rPr lang="en-US" sz="1500" b="1" dirty="0">
                <a:solidFill>
                  <a:srgbClr val="47D7FF"/>
                </a:solidFill>
                <a:latin typeface="Times New Roman" panose="02020603050405020304" pitchFamily="18" charset="0"/>
                <a:ea typeface="Times New Roman" pitchFamily="34" charset="-122"/>
                <a:cs typeface="Times New Roman" panose="02020603050405020304" pitchFamily="18" charset="0"/>
              </a:rPr>
              <a:t>WHERE IT HELPS</a:t>
            </a:r>
            <a:endParaRPr lang="en-US" sz="1500" dirty="0">
              <a:latin typeface="Times New Roman" panose="02020603050405020304" pitchFamily="18" charset="0"/>
              <a:cs typeface="Times New Roman" panose="02020603050405020304" pitchFamily="18" charset="0"/>
            </a:endParaRPr>
          </a:p>
        </p:txBody>
      </p:sp>
      <p:sp>
        <p:nvSpPr>
          <p:cNvPr id="7" name="Text 5"/>
          <p:cNvSpPr/>
          <p:nvPr/>
        </p:nvSpPr>
        <p:spPr>
          <a:xfrm>
            <a:off x="566928" y="658368"/>
            <a:ext cx="9875520" cy="493776"/>
          </a:xfrm>
          <a:prstGeom prst="rect">
            <a:avLst/>
          </a:prstGeom>
          <a:noFill/>
          <a:ln/>
        </p:spPr>
        <p:txBody>
          <a:bodyPr wrap="square" lIns="0" tIns="0" rIns="0" bIns="0" rtlCol="0" anchor="ctr">
            <a:normAutofit/>
          </a:bodyPr>
          <a:lstStyle/>
          <a:p>
            <a:pPr marL="0" indent="0">
              <a:buNone/>
            </a:pPr>
            <a:r>
              <a:rPr lang="en-US" sz="3000" b="1" dirty="0">
                <a:solidFill>
                  <a:schemeClr val="bg1"/>
                </a:solidFill>
                <a:latin typeface="Times New Roman" panose="02020603050405020304" pitchFamily="18" charset="0"/>
                <a:ea typeface="Times New Roman" pitchFamily="34" charset="-122"/>
                <a:cs typeface="Times New Roman" panose="02020603050405020304" pitchFamily="18" charset="0"/>
              </a:rPr>
              <a:t>Uses</a:t>
            </a:r>
            <a:endParaRPr lang="en-US" sz="3000" dirty="0">
              <a:solidFill>
                <a:schemeClr val="bg1"/>
              </a:solidFill>
              <a:latin typeface="Times New Roman" panose="02020603050405020304" pitchFamily="18" charset="0"/>
              <a:cs typeface="Times New Roman" panose="02020603050405020304" pitchFamily="18" charset="0"/>
            </a:endParaRPr>
          </a:p>
        </p:txBody>
      </p:sp>
      <p:sp>
        <p:nvSpPr>
          <p:cNvPr id="8" name="Shape 6"/>
          <p:cNvSpPr/>
          <p:nvPr/>
        </p:nvSpPr>
        <p:spPr>
          <a:xfrm>
            <a:off x="566928" y="1261872"/>
            <a:ext cx="1051560" cy="0"/>
          </a:xfrm>
          <a:prstGeom prst="line">
            <a:avLst/>
          </a:prstGeom>
          <a:noFill/>
          <a:ln w="25400">
            <a:solidFill>
              <a:srgbClr val="47D7FF"/>
            </a:solidFill>
            <a:prstDash val="solid"/>
            <a:headEnd type="none"/>
            <a:tailEnd type="none"/>
          </a:ln>
        </p:spPr>
        <p:txBody>
          <a:bodyPr/>
          <a:lstStyle/>
          <a:p>
            <a:endParaRPr lang="en-US"/>
          </a:p>
        </p:txBody>
      </p:sp>
      <p:sp>
        <p:nvSpPr>
          <p:cNvPr id="9" name="Text 7"/>
          <p:cNvSpPr/>
          <p:nvPr/>
        </p:nvSpPr>
        <p:spPr>
          <a:xfrm>
            <a:off x="566928" y="1444751"/>
            <a:ext cx="5318306" cy="877817"/>
          </a:xfrm>
          <a:prstGeom prst="rect">
            <a:avLst/>
          </a:prstGeom>
          <a:noFill/>
          <a:ln/>
        </p:spPr>
        <p:txBody>
          <a:bodyPr wrap="square" lIns="254" tIns="254" rIns="254" bIns="254" rtlCol="0" anchor="ctr">
            <a:noAutofit/>
          </a:bodyPr>
          <a:lstStyle/>
          <a:p>
            <a:pPr marL="0" indent="0">
              <a:buNone/>
            </a:pPr>
            <a:r>
              <a:rPr lang="en-US" sz="2500" dirty="0">
                <a:solidFill>
                  <a:schemeClr val="bg1"/>
                </a:solidFill>
                <a:latin typeface="Times New Roman" panose="02020603050405020304" pitchFamily="18" charset="0"/>
                <a:ea typeface="Times New Roman" pitchFamily="34" charset="-122"/>
                <a:cs typeface="Times New Roman" panose="02020603050405020304" pitchFamily="18" charset="0"/>
              </a:rPr>
              <a:t>Hash tables are used when efficient storage and retrieval by key are required.</a:t>
            </a:r>
            <a:endParaRPr lang="en-US" sz="2500" dirty="0">
              <a:solidFill>
                <a:schemeClr val="bg1"/>
              </a:solidFill>
              <a:latin typeface="Times New Roman" panose="02020603050405020304" pitchFamily="18" charset="0"/>
              <a:cs typeface="Times New Roman" panose="02020603050405020304" pitchFamily="18" charset="0"/>
            </a:endParaRPr>
          </a:p>
        </p:txBody>
      </p:sp>
      <p:sp>
        <p:nvSpPr>
          <p:cNvPr id="12" name="Shape 10"/>
          <p:cNvSpPr/>
          <p:nvPr/>
        </p:nvSpPr>
        <p:spPr>
          <a:xfrm>
            <a:off x="5650608" y="4300888"/>
            <a:ext cx="758952" cy="0"/>
          </a:xfrm>
          <a:prstGeom prst="line">
            <a:avLst/>
          </a:prstGeom>
          <a:noFill/>
          <a:ln w="27940">
            <a:solidFill>
              <a:srgbClr val="47D7FF"/>
            </a:solidFill>
            <a:prstDash val="solid"/>
            <a:headEnd type="none"/>
            <a:tailEnd type="triangle"/>
          </a:ln>
        </p:spPr>
        <p:txBody>
          <a:bodyPr/>
          <a:lstStyle/>
          <a:p>
            <a:endParaRPr lang="en-US"/>
          </a:p>
        </p:txBody>
      </p:sp>
      <p:sp>
        <p:nvSpPr>
          <p:cNvPr id="15" name="Shape 13"/>
          <p:cNvSpPr/>
          <p:nvPr/>
        </p:nvSpPr>
        <p:spPr>
          <a:xfrm>
            <a:off x="1145973" y="2793982"/>
            <a:ext cx="2721555" cy="877816"/>
          </a:xfrm>
          <a:prstGeom prst="roundRect">
            <a:avLst>
              <a:gd name="adj" fmla="val 21053"/>
            </a:avLst>
          </a:prstGeom>
          <a:solidFill>
            <a:srgbClr val="121F38">
              <a:alpha val="96000"/>
            </a:srgbClr>
          </a:solidFill>
          <a:ln w="12700">
            <a:solidFill>
              <a:srgbClr val="61D394">
                <a:alpha val="90000"/>
              </a:srgbClr>
            </a:solidFill>
            <a:prstDash val="solid"/>
          </a:ln>
        </p:spPr>
        <p:txBody>
          <a:bodyPr/>
          <a:lstStyle/>
          <a:p>
            <a:endParaRPr lang="en-US"/>
          </a:p>
        </p:txBody>
      </p:sp>
      <p:sp>
        <p:nvSpPr>
          <p:cNvPr id="16" name="Text 14"/>
          <p:cNvSpPr/>
          <p:nvPr/>
        </p:nvSpPr>
        <p:spPr>
          <a:xfrm>
            <a:off x="1170149" y="2783153"/>
            <a:ext cx="2715768" cy="877817"/>
          </a:xfrm>
          <a:prstGeom prst="rect">
            <a:avLst/>
          </a:prstGeom>
          <a:noFill/>
          <a:ln/>
        </p:spPr>
        <p:txBody>
          <a:bodyPr wrap="square" lIns="0" tIns="0" rIns="0" bIns="0" rtlCol="0" anchor="ctr"/>
          <a:lstStyle/>
          <a:p>
            <a:pPr marL="0" indent="0" algn="ctr">
              <a:buNone/>
            </a:pPr>
            <a:r>
              <a:rPr lang="en-US" sz="2500" b="1" dirty="0">
                <a:solidFill>
                  <a:srgbClr val="61D394"/>
                </a:solidFill>
                <a:latin typeface="Times New Roman" panose="02020603050405020304" pitchFamily="18" charset="0"/>
                <a:ea typeface="Times New Roman" pitchFamily="34" charset="-122"/>
                <a:cs typeface="Times New Roman" panose="02020603050405020304" pitchFamily="18" charset="0"/>
              </a:rPr>
              <a:t>Efficient storage</a:t>
            </a:r>
            <a:endParaRPr lang="en-US" sz="2500" dirty="0">
              <a:latin typeface="Times New Roman" panose="02020603050405020304" pitchFamily="18" charset="0"/>
              <a:cs typeface="Times New Roman" panose="02020603050405020304" pitchFamily="18" charset="0"/>
            </a:endParaRPr>
          </a:p>
        </p:txBody>
      </p:sp>
      <p:sp>
        <p:nvSpPr>
          <p:cNvPr id="17" name="Shape 15"/>
          <p:cNvSpPr/>
          <p:nvPr/>
        </p:nvSpPr>
        <p:spPr>
          <a:xfrm>
            <a:off x="1148844" y="3899835"/>
            <a:ext cx="2721555" cy="877608"/>
          </a:xfrm>
          <a:prstGeom prst="roundRect">
            <a:avLst>
              <a:gd name="adj" fmla="val 21053"/>
            </a:avLst>
          </a:prstGeom>
          <a:solidFill>
            <a:srgbClr val="121F38">
              <a:alpha val="96000"/>
            </a:srgbClr>
          </a:solidFill>
          <a:ln w="12700">
            <a:solidFill>
              <a:srgbClr val="47D7FF">
                <a:alpha val="90000"/>
              </a:srgbClr>
            </a:solidFill>
            <a:prstDash val="solid"/>
          </a:ln>
        </p:spPr>
        <p:txBody>
          <a:bodyPr/>
          <a:lstStyle/>
          <a:p>
            <a:endParaRPr lang="en-US"/>
          </a:p>
        </p:txBody>
      </p:sp>
      <p:sp>
        <p:nvSpPr>
          <p:cNvPr id="18" name="Text 16"/>
          <p:cNvSpPr/>
          <p:nvPr/>
        </p:nvSpPr>
        <p:spPr>
          <a:xfrm>
            <a:off x="1154631" y="3914402"/>
            <a:ext cx="2709981" cy="863041"/>
          </a:xfrm>
          <a:prstGeom prst="rect">
            <a:avLst/>
          </a:prstGeom>
          <a:noFill/>
          <a:ln/>
        </p:spPr>
        <p:txBody>
          <a:bodyPr wrap="square" lIns="0" tIns="0" rIns="0" bIns="0" rtlCol="0" anchor="ctr"/>
          <a:lstStyle/>
          <a:p>
            <a:pPr marL="0" indent="0" algn="ctr">
              <a:buNone/>
            </a:pPr>
            <a:r>
              <a:rPr lang="en-US" sz="2500" b="1" dirty="0">
                <a:solidFill>
                  <a:srgbClr val="47D7FF"/>
                </a:solidFill>
                <a:latin typeface="Times New Roman" panose="02020603050405020304" pitchFamily="18" charset="0"/>
                <a:ea typeface="Times New Roman" pitchFamily="34" charset="-122"/>
                <a:cs typeface="Times New Roman" panose="02020603050405020304" pitchFamily="18" charset="0"/>
              </a:rPr>
              <a:t>Fast lookup</a:t>
            </a:r>
            <a:endParaRPr lang="en-US" sz="2500" dirty="0">
              <a:latin typeface="Times New Roman" panose="02020603050405020304" pitchFamily="18" charset="0"/>
              <a:cs typeface="Times New Roman" panose="02020603050405020304" pitchFamily="18" charset="0"/>
            </a:endParaRPr>
          </a:p>
        </p:txBody>
      </p:sp>
      <p:sp>
        <p:nvSpPr>
          <p:cNvPr id="19" name="Shape 17"/>
          <p:cNvSpPr/>
          <p:nvPr/>
        </p:nvSpPr>
        <p:spPr>
          <a:xfrm>
            <a:off x="1170149" y="5005480"/>
            <a:ext cx="2715768" cy="885697"/>
          </a:xfrm>
          <a:prstGeom prst="roundRect">
            <a:avLst>
              <a:gd name="adj" fmla="val 21053"/>
            </a:avLst>
          </a:prstGeom>
          <a:solidFill>
            <a:srgbClr val="121F38">
              <a:alpha val="96000"/>
            </a:srgbClr>
          </a:solidFill>
          <a:ln w="12700">
            <a:solidFill>
              <a:srgbClr val="8B5CF6">
                <a:alpha val="90000"/>
              </a:srgbClr>
            </a:solidFill>
            <a:prstDash val="solid"/>
          </a:ln>
        </p:spPr>
        <p:txBody>
          <a:bodyPr/>
          <a:lstStyle/>
          <a:p>
            <a:endParaRPr lang="en-US"/>
          </a:p>
        </p:txBody>
      </p:sp>
      <p:sp>
        <p:nvSpPr>
          <p:cNvPr id="20" name="Text 18"/>
          <p:cNvSpPr/>
          <p:nvPr/>
        </p:nvSpPr>
        <p:spPr>
          <a:xfrm>
            <a:off x="1170149" y="5005481"/>
            <a:ext cx="2715767" cy="885696"/>
          </a:xfrm>
          <a:prstGeom prst="rect">
            <a:avLst/>
          </a:prstGeom>
          <a:noFill/>
          <a:ln/>
        </p:spPr>
        <p:txBody>
          <a:bodyPr wrap="square" lIns="0" tIns="0" rIns="0" bIns="0" rtlCol="0" anchor="ctr"/>
          <a:lstStyle/>
          <a:p>
            <a:pPr marL="0" indent="0" algn="ctr">
              <a:buNone/>
            </a:pPr>
            <a:r>
              <a:rPr lang="en-US" sz="2500" b="1" dirty="0">
                <a:solidFill>
                  <a:srgbClr val="8B5CF6"/>
                </a:solidFill>
                <a:latin typeface="Times New Roman" panose="02020603050405020304" pitchFamily="18" charset="0"/>
                <a:ea typeface="Times New Roman" pitchFamily="34" charset="-122"/>
                <a:cs typeface="Times New Roman" panose="02020603050405020304" pitchFamily="18" charset="0"/>
              </a:rPr>
              <a:t>Large datasets</a:t>
            </a:r>
            <a:endParaRPr lang="en-US" sz="2500" dirty="0">
              <a:latin typeface="Times New Roman" panose="02020603050405020304" pitchFamily="18" charset="0"/>
              <a:cs typeface="Times New Roman" panose="02020603050405020304" pitchFamily="18" charset="0"/>
            </a:endParaRPr>
          </a:p>
        </p:txBody>
      </p:sp>
      <p:sp>
        <p:nvSpPr>
          <p:cNvPr id="23" name="Shape 21"/>
          <p:cNvSpPr/>
          <p:nvPr/>
        </p:nvSpPr>
        <p:spPr>
          <a:xfrm>
            <a:off x="8176638" y="3903069"/>
            <a:ext cx="2739944" cy="885696"/>
          </a:xfrm>
          <a:prstGeom prst="roundRect">
            <a:avLst>
              <a:gd name="adj" fmla="val 21053"/>
            </a:avLst>
          </a:prstGeom>
          <a:solidFill>
            <a:srgbClr val="121F38">
              <a:alpha val="96000"/>
            </a:srgbClr>
          </a:solidFill>
          <a:ln w="12700">
            <a:solidFill>
              <a:srgbClr val="FFB86B">
                <a:alpha val="90000"/>
              </a:srgbClr>
            </a:solidFill>
            <a:prstDash val="solid"/>
          </a:ln>
        </p:spPr>
        <p:txBody>
          <a:bodyPr/>
          <a:lstStyle/>
          <a:p>
            <a:endParaRPr lang="en-US"/>
          </a:p>
        </p:txBody>
      </p:sp>
      <p:sp>
        <p:nvSpPr>
          <p:cNvPr id="24" name="Text 22"/>
          <p:cNvSpPr/>
          <p:nvPr/>
        </p:nvSpPr>
        <p:spPr>
          <a:xfrm>
            <a:off x="8182426" y="3914402"/>
            <a:ext cx="2734156" cy="863035"/>
          </a:xfrm>
          <a:prstGeom prst="rect">
            <a:avLst/>
          </a:prstGeom>
          <a:noFill/>
          <a:ln/>
        </p:spPr>
        <p:txBody>
          <a:bodyPr wrap="square" lIns="0" tIns="0" rIns="0" bIns="0" rtlCol="0" anchor="ctr"/>
          <a:lstStyle/>
          <a:p>
            <a:pPr marL="0" indent="0" algn="ctr">
              <a:buNone/>
            </a:pPr>
            <a:r>
              <a:rPr lang="en-US" sz="2500" b="1" dirty="0">
                <a:solidFill>
                  <a:srgbClr val="FFB86B"/>
                </a:solidFill>
                <a:latin typeface="Times New Roman" panose="02020603050405020304" pitchFamily="18" charset="0"/>
                <a:ea typeface="Times New Roman" pitchFamily="34" charset="-122"/>
                <a:cs typeface="Times New Roman" panose="02020603050405020304" pitchFamily="18" charset="0"/>
              </a:rPr>
              <a:t>Reduced searching</a:t>
            </a:r>
            <a:endParaRPr lang="en-US" sz="2500" dirty="0">
              <a:latin typeface="Times New Roman" panose="02020603050405020304" pitchFamily="18" charset="0"/>
              <a:cs typeface="Times New Roman" panose="02020603050405020304" pitchFamily="18" charset="0"/>
            </a:endParaRPr>
          </a:p>
        </p:txBody>
      </p:sp>
      <p:sp>
        <p:nvSpPr>
          <p:cNvPr id="25" name="Shape 23"/>
          <p:cNvSpPr/>
          <p:nvPr/>
        </p:nvSpPr>
        <p:spPr>
          <a:xfrm>
            <a:off x="8182426" y="5005480"/>
            <a:ext cx="2739944" cy="885696"/>
          </a:xfrm>
          <a:prstGeom prst="roundRect">
            <a:avLst>
              <a:gd name="adj" fmla="val 21053"/>
            </a:avLst>
          </a:prstGeom>
          <a:solidFill>
            <a:srgbClr val="121F38">
              <a:alpha val="96000"/>
            </a:srgbClr>
          </a:solidFill>
          <a:ln w="12700">
            <a:solidFill>
              <a:srgbClr val="FF5B9A">
                <a:alpha val="90000"/>
              </a:srgbClr>
            </a:solidFill>
            <a:prstDash val="solid"/>
          </a:ln>
        </p:spPr>
        <p:txBody>
          <a:bodyPr/>
          <a:lstStyle/>
          <a:p>
            <a:endParaRPr lang="en-US"/>
          </a:p>
        </p:txBody>
      </p:sp>
      <p:sp>
        <p:nvSpPr>
          <p:cNvPr id="26" name="Text 24"/>
          <p:cNvSpPr/>
          <p:nvPr/>
        </p:nvSpPr>
        <p:spPr>
          <a:xfrm>
            <a:off x="8188214" y="5005480"/>
            <a:ext cx="2734156" cy="885695"/>
          </a:xfrm>
          <a:prstGeom prst="rect">
            <a:avLst/>
          </a:prstGeom>
          <a:noFill/>
          <a:ln/>
        </p:spPr>
        <p:txBody>
          <a:bodyPr wrap="square" lIns="0" tIns="0" rIns="0" bIns="0" rtlCol="0" anchor="ctr"/>
          <a:lstStyle/>
          <a:p>
            <a:pPr marL="0" indent="0" algn="ctr">
              <a:buNone/>
            </a:pPr>
            <a:r>
              <a:rPr lang="en-US" sz="2500" b="1" dirty="0">
                <a:solidFill>
                  <a:srgbClr val="FF5B9A"/>
                </a:solidFill>
                <a:latin typeface="Times New Roman" panose="02020603050405020304" pitchFamily="18" charset="0"/>
                <a:ea typeface="Times New Roman" pitchFamily="34" charset="-122"/>
                <a:cs typeface="Times New Roman" panose="02020603050405020304" pitchFamily="18" charset="0"/>
              </a:rPr>
              <a:t>Organized data</a:t>
            </a:r>
            <a:endParaRPr lang="en-US" sz="2500" dirty="0">
              <a:latin typeface="Times New Roman" panose="02020603050405020304" pitchFamily="18" charset="0"/>
              <a:cs typeface="Times New Roman" panose="02020603050405020304" pitchFamily="18" charset="0"/>
            </a:endParaRPr>
          </a:p>
        </p:txBody>
      </p:sp>
      <p:sp>
        <p:nvSpPr>
          <p:cNvPr id="27" name="Shape 0">
            <a:extLst>
              <a:ext uri="{FF2B5EF4-FFF2-40B4-BE49-F238E27FC236}">
                <a16:creationId xmlns:a16="http://schemas.microsoft.com/office/drawing/2014/main" id="{D148650F-6F89-7A97-DB82-6605E2254B87}"/>
              </a:ext>
            </a:extLst>
          </p:cNvPr>
          <p:cNvSpPr/>
          <p:nvPr/>
        </p:nvSpPr>
        <p:spPr>
          <a:xfrm>
            <a:off x="-16147" y="-22568"/>
            <a:ext cx="109728" cy="6880568"/>
          </a:xfrm>
          <a:prstGeom prst="rect">
            <a:avLst/>
          </a:prstGeom>
          <a:solidFill>
            <a:srgbClr val="47D7FF"/>
          </a:solidFill>
          <a:ln w="12700">
            <a:solidFill>
              <a:srgbClr val="47D7FF">
                <a:alpha val="0"/>
              </a:srgbClr>
            </a:solidFill>
            <a:prstDash val="solid"/>
          </a:ln>
        </p:spPr>
        <p:txBody>
          <a:bodyPr/>
          <a:lstStyle/>
          <a:p>
            <a:endParaRPr lang="en-US"/>
          </a:p>
        </p:txBody>
      </p:sp>
      <p:sp>
        <p:nvSpPr>
          <p:cNvPr id="28" name="Shape 0">
            <a:extLst>
              <a:ext uri="{FF2B5EF4-FFF2-40B4-BE49-F238E27FC236}">
                <a16:creationId xmlns:a16="http://schemas.microsoft.com/office/drawing/2014/main" id="{41541AEA-421B-D70C-6456-D5E40C0045A7}"/>
              </a:ext>
            </a:extLst>
          </p:cNvPr>
          <p:cNvSpPr/>
          <p:nvPr/>
        </p:nvSpPr>
        <p:spPr>
          <a:xfrm>
            <a:off x="12049651" y="-22568"/>
            <a:ext cx="137160" cy="6880568"/>
          </a:xfrm>
          <a:prstGeom prst="rect">
            <a:avLst/>
          </a:prstGeom>
          <a:solidFill>
            <a:srgbClr val="47D7FF"/>
          </a:solidFill>
          <a:ln w="12700">
            <a:solidFill>
              <a:srgbClr val="47D7FF">
                <a:alpha val="0"/>
              </a:srgbClr>
            </a:solidFill>
            <a:prstDash val="solid"/>
          </a:ln>
        </p:spPr>
        <p:txBody>
          <a:bodyPr/>
          <a:lstStyle/>
          <a:p>
            <a:endParaRPr lang="en-US"/>
          </a:p>
        </p:txBody>
      </p:sp>
      <p:sp>
        <p:nvSpPr>
          <p:cNvPr id="10" name="Shape 8"/>
          <p:cNvSpPr/>
          <p:nvPr/>
        </p:nvSpPr>
        <p:spPr>
          <a:xfrm>
            <a:off x="4256149" y="3914402"/>
            <a:ext cx="1394459" cy="863040"/>
          </a:xfrm>
          <a:prstGeom prst="roundRect">
            <a:avLst>
              <a:gd name="adj" fmla="val 10909"/>
            </a:avLst>
          </a:prstGeom>
          <a:solidFill>
            <a:srgbClr val="121F38"/>
          </a:solidFill>
          <a:ln w="15240">
            <a:solidFill>
              <a:srgbClr val="47D7FF">
                <a:alpha val="90000"/>
              </a:srgbClr>
            </a:solidFill>
            <a:prstDash val="solid"/>
          </a:ln>
        </p:spPr>
        <p:txBody>
          <a:bodyPr/>
          <a:lstStyle/>
          <a:p>
            <a:endParaRPr lang="en-US"/>
          </a:p>
        </p:txBody>
      </p:sp>
      <p:sp>
        <p:nvSpPr>
          <p:cNvPr id="11" name="Text 9"/>
          <p:cNvSpPr/>
          <p:nvPr/>
        </p:nvSpPr>
        <p:spPr>
          <a:xfrm>
            <a:off x="4272005" y="3924125"/>
            <a:ext cx="1378603" cy="863040"/>
          </a:xfrm>
          <a:prstGeom prst="rect">
            <a:avLst/>
          </a:prstGeom>
          <a:noFill/>
          <a:ln/>
        </p:spPr>
        <p:txBody>
          <a:bodyPr wrap="square" lIns="381" tIns="381" rIns="381" bIns="381" rtlCol="0" anchor="ctr">
            <a:noAutofit/>
          </a:bodyPr>
          <a:lstStyle/>
          <a:p>
            <a:pPr marL="0" indent="0" algn="ctr">
              <a:buNone/>
            </a:pPr>
            <a:r>
              <a:rPr lang="en-US" sz="2500" b="1" dirty="0">
                <a:solidFill>
                  <a:srgbClr val="F8FAFC"/>
                </a:solidFill>
                <a:latin typeface="Times New Roman" panose="02020603050405020304" pitchFamily="18" charset="0"/>
                <a:ea typeface="Times New Roman" pitchFamily="34" charset="-122"/>
                <a:cs typeface="Times New Roman" panose="02020603050405020304" pitchFamily="18" charset="0"/>
              </a:rPr>
              <a:t>KEY</a:t>
            </a:r>
            <a:endParaRPr lang="en-US" sz="2500" dirty="0">
              <a:latin typeface="Times New Roman" panose="02020603050405020304" pitchFamily="18" charset="0"/>
              <a:cs typeface="Times New Roman" panose="02020603050405020304" pitchFamily="18" charset="0"/>
            </a:endParaRPr>
          </a:p>
        </p:txBody>
      </p:sp>
      <p:sp>
        <p:nvSpPr>
          <p:cNvPr id="13" name="Shape 11"/>
          <p:cNvSpPr/>
          <p:nvPr/>
        </p:nvSpPr>
        <p:spPr>
          <a:xfrm>
            <a:off x="6409560" y="3914402"/>
            <a:ext cx="1378603" cy="863034"/>
          </a:xfrm>
          <a:prstGeom prst="roundRect">
            <a:avLst>
              <a:gd name="adj" fmla="val 10909"/>
            </a:avLst>
          </a:prstGeom>
          <a:solidFill>
            <a:srgbClr val="121F38"/>
          </a:solidFill>
          <a:ln w="15240">
            <a:solidFill>
              <a:srgbClr val="B4F564">
                <a:alpha val="90000"/>
              </a:srgbClr>
            </a:solidFill>
            <a:prstDash val="solid"/>
          </a:ln>
        </p:spPr>
        <p:txBody>
          <a:bodyPr/>
          <a:lstStyle/>
          <a:p>
            <a:endParaRPr lang="en-US"/>
          </a:p>
        </p:txBody>
      </p:sp>
      <p:sp>
        <p:nvSpPr>
          <p:cNvPr id="14" name="Text 12"/>
          <p:cNvSpPr/>
          <p:nvPr/>
        </p:nvSpPr>
        <p:spPr>
          <a:xfrm>
            <a:off x="6409560" y="3914402"/>
            <a:ext cx="1378603" cy="863034"/>
          </a:xfrm>
          <a:prstGeom prst="rect">
            <a:avLst/>
          </a:prstGeom>
          <a:noFill/>
          <a:ln/>
        </p:spPr>
        <p:txBody>
          <a:bodyPr wrap="square" lIns="381" tIns="381" rIns="381" bIns="381" rtlCol="0" anchor="ctr">
            <a:noAutofit/>
          </a:bodyPr>
          <a:lstStyle/>
          <a:p>
            <a:pPr marL="0" indent="0" algn="ctr">
              <a:buNone/>
            </a:pPr>
            <a:r>
              <a:rPr lang="en-US" sz="2500" b="1" dirty="0">
                <a:solidFill>
                  <a:srgbClr val="F8FAFC"/>
                </a:solidFill>
                <a:latin typeface="Times New Roman" panose="02020603050405020304" pitchFamily="18" charset="0"/>
                <a:ea typeface="Times New Roman" pitchFamily="34" charset="-122"/>
                <a:cs typeface="Times New Roman" panose="02020603050405020304" pitchFamily="18" charset="0"/>
              </a:rPr>
              <a:t>VALUE</a:t>
            </a:r>
            <a:endParaRPr lang="en-US" sz="2500" dirty="0">
              <a:latin typeface="Times New Roman" panose="02020603050405020304" pitchFamily="18" charset="0"/>
              <a:cs typeface="Times New Roman" panose="02020603050405020304" pitchFamily="18" charset="0"/>
            </a:endParaRPr>
          </a:p>
        </p:txBody>
      </p:sp>
      <p:sp>
        <p:nvSpPr>
          <p:cNvPr id="21" name="Shape 19"/>
          <p:cNvSpPr/>
          <p:nvPr/>
        </p:nvSpPr>
        <p:spPr>
          <a:xfrm>
            <a:off x="8141971" y="2780481"/>
            <a:ext cx="2826641" cy="901406"/>
          </a:xfrm>
          <a:prstGeom prst="roundRect">
            <a:avLst>
              <a:gd name="adj" fmla="val 21053"/>
            </a:avLst>
          </a:prstGeom>
          <a:solidFill>
            <a:srgbClr val="121F38">
              <a:alpha val="96000"/>
            </a:srgbClr>
          </a:solidFill>
          <a:ln w="12700">
            <a:solidFill>
              <a:srgbClr val="B4F564">
                <a:alpha val="90000"/>
              </a:srgbClr>
            </a:solidFill>
            <a:prstDash val="solid"/>
          </a:ln>
        </p:spPr>
        <p:txBody>
          <a:bodyPr/>
          <a:lstStyle/>
          <a:p>
            <a:endParaRPr lang="en-US"/>
          </a:p>
        </p:txBody>
      </p:sp>
      <p:sp>
        <p:nvSpPr>
          <p:cNvPr id="22" name="Text 20"/>
          <p:cNvSpPr/>
          <p:nvPr/>
        </p:nvSpPr>
        <p:spPr>
          <a:xfrm>
            <a:off x="8141971" y="2800299"/>
            <a:ext cx="2826641" cy="881225"/>
          </a:xfrm>
          <a:prstGeom prst="rect">
            <a:avLst/>
          </a:prstGeom>
          <a:noFill/>
          <a:ln/>
        </p:spPr>
        <p:txBody>
          <a:bodyPr wrap="square" lIns="0" tIns="0" rIns="0" bIns="0" rtlCol="0" anchor="ctr"/>
          <a:lstStyle/>
          <a:p>
            <a:pPr marL="0" indent="0" algn="ctr">
              <a:buNone/>
            </a:pPr>
            <a:r>
              <a:rPr lang="en-US" sz="2500" b="1" dirty="0">
                <a:solidFill>
                  <a:srgbClr val="B4F564"/>
                </a:solidFill>
                <a:latin typeface="Times New Roman" panose="02020603050405020304" pitchFamily="18" charset="0"/>
                <a:ea typeface="Times New Roman" pitchFamily="34" charset="-122"/>
                <a:cs typeface="Times New Roman" panose="02020603050405020304" pitchFamily="18" charset="0"/>
              </a:rPr>
              <a:t>Direct mapping</a:t>
            </a:r>
            <a:endParaRPr lang="en-US" sz="2500" dirty="0">
              <a:latin typeface="Times New Roman" panose="02020603050405020304" pitchFamily="18" charset="0"/>
              <a:cs typeface="Times New Roman" panose="02020603050405020304" pitchFamily="18" charset="0"/>
            </a:endParaRPr>
          </a:p>
        </p:txBody>
      </p:sp>
      <p:sp>
        <p:nvSpPr>
          <p:cNvPr id="3" name="Footer Placeholder 6">
            <a:extLst>
              <a:ext uri="{FF2B5EF4-FFF2-40B4-BE49-F238E27FC236}">
                <a16:creationId xmlns:a16="http://schemas.microsoft.com/office/drawing/2014/main" id="{00603D89-27BA-825B-64E5-300DA76EC777}"/>
              </a:ext>
            </a:extLst>
          </p:cNvPr>
          <p:cNvSpPr txBox="1">
            <a:spLocks/>
          </p:cNvSpPr>
          <p:nvPr/>
        </p:nvSpPr>
        <p:spPr>
          <a:xfrm>
            <a:off x="93582" y="6464808"/>
            <a:ext cx="11956069" cy="393192"/>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000" dirty="0">
                <a:solidFill>
                  <a:schemeClr val="bg1"/>
                </a:solidFill>
                <a:latin typeface="Times New Roman" panose="02020603050405020304" pitchFamily="18" charset="0"/>
                <a:cs typeface="Times New Roman" panose="02020603050405020304" pitchFamily="18" charset="0"/>
              </a:rPr>
              <a:t>Julien &amp; Jacobs                                           Data Structures 2: Final Presentation                                                    13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500" fill="hold"/>
                                        <p:tgtEl>
                                          <p:spTgt spid="9"/>
                                        </p:tgtEl>
                                        <p:attrNameLst>
                                          <p:attrName>ppt_x</p:attrName>
                                        </p:attrNameLst>
                                      </p:cBhvr>
                                      <p:tavLst>
                                        <p:tav tm="0">
                                          <p:val>
                                            <p:strVal val="0-#ppt_w/2"/>
                                          </p:val>
                                        </p:tav>
                                        <p:tav tm="100000">
                                          <p:val>
                                            <p:strVal val="#ppt_x"/>
                                          </p:val>
                                        </p:tav>
                                      </p:tavLst>
                                    </p:anim>
                                    <p:anim calcmode="lin" valueType="num">
                                      <p:cBhvr additive="base">
                                        <p:cTn id="8" dur="1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chemeClr val="tx1"/>
        </a:solidFill>
        <a:effectLst/>
      </p:bgPr>
    </p:bg>
    <p:spTree>
      <p:nvGrpSpPr>
        <p:cNvPr id="1" name=""/>
        <p:cNvGrpSpPr/>
        <p:nvPr/>
      </p:nvGrpSpPr>
      <p:grpSpPr>
        <a:xfrm>
          <a:off x="0" y="0"/>
          <a:ext cx="0" cy="0"/>
          <a:chOff x="0" y="0"/>
          <a:chExt cx="0" cy="0"/>
        </a:xfrm>
      </p:grpSpPr>
      <p:sp>
        <p:nvSpPr>
          <p:cNvPr id="6" name="Text 4"/>
          <p:cNvSpPr/>
          <p:nvPr/>
        </p:nvSpPr>
        <p:spPr>
          <a:xfrm>
            <a:off x="566928" y="393192"/>
            <a:ext cx="3108960" cy="256032"/>
          </a:xfrm>
          <a:prstGeom prst="rect">
            <a:avLst/>
          </a:prstGeom>
          <a:noFill/>
          <a:ln/>
        </p:spPr>
        <p:txBody>
          <a:bodyPr wrap="square" lIns="0" tIns="0" rIns="0" bIns="0" rtlCol="0" anchor="ctr"/>
          <a:lstStyle/>
          <a:p>
            <a:pPr marL="0" indent="0">
              <a:buNone/>
            </a:pPr>
            <a:r>
              <a:rPr lang="en-US" sz="1500" b="1" dirty="0">
                <a:solidFill>
                  <a:srgbClr val="47D7FF"/>
                </a:solidFill>
                <a:latin typeface="Times New Roman" panose="02020603050405020304" pitchFamily="18" charset="0"/>
                <a:ea typeface="Times New Roman" pitchFamily="34" charset="-122"/>
                <a:cs typeface="Times New Roman" panose="02020603050405020304" pitchFamily="18" charset="0"/>
              </a:rPr>
              <a:t>WHY IT IS FAST</a:t>
            </a:r>
            <a:endParaRPr lang="en-US" sz="1500" dirty="0">
              <a:latin typeface="Times New Roman" panose="02020603050405020304" pitchFamily="18" charset="0"/>
              <a:cs typeface="Times New Roman" panose="02020603050405020304" pitchFamily="18" charset="0"/>
            </a:endParaRPr>
          </a:p>
        </p:txBody>
      </p:sp>
      <p:sp>
        <p:nvSpPr>
          <p:cNvPr id="7" name="Text 5"/>
          <p:cNvSpPr/>
          <p:nvPr/>
        </p:nvSpPr>
        <p:spPr>
          <a:xfrm>
            <a:off x="566928" y="658368"/>
            <a:ext cx="9875520" cy="493776"/>
          </a:xfrm>
          <a:prstGeom prst="rect">
            <a:avLst/>
          </a:prstGeom>
          <a:noFill/>
          <a:ln/>
        </p:spPr>
        <p:txBody>
          <a:bodyPr wrap="square" lIns="0" tIns="0" rIns="0" bIns="0" rtlCol="0" anchor="ctr">
            <a:normAutofit/>
          </a:bodyPr>
          <a:lstStyle/>
          <a:p>
            <a:pPr marL="0" indent="0">
              <a:buNone/>
            </a:pPr>
            <a:r>
              <a:rPr lang="en-US" sz="3000" b="1" dirty="0">
                <a:solidFill>
                  <a:schemeClr val="bg1"/>
                </a:solidFill>
                <a:latin typeface="Times New Roman" panose="02020603050405020304" pitchFamily="18" charset="0"/>
                <a:ea typeface="Times New Roman" pitchFamily="34" charset="-122"/>
                <a:cs typeface="Times New Roman" panose="02020603050405020304" pitchFamily="18" charset="0"/>
              </a:rPr>
              <a:t>Advantages</a:t>
            </a:r>
            <a:endParaRPr lang="en-US" sz="3000" dirty="0">
              <a:solidFill>
                <a:schemeClr val="bg1"/>
              </a:solidFill>
              <a:latin typeface="Times New Roman" panose="02020603050405020304" pitchFamily="18" charset="0"/>
              <a:cs typeface="Times New Roman" panose="02020603050405020304" pitchFamily="18" charset="0"/>
            </a:endParaRPr>
          </a:p>
        </p:txBody>
      </p:sp>
      <p:sp>
        <p:nvSpPr>
          <p:cNvPr id="8" name="Shape 6"/>
          <p:cNvSpPr/>
          <p:nvPr/>
        </p:nvSpPr>
        <p:spPr>
          <a:xfrm>
            <a:off x="566928" y="1261872"/>
            <a:ext cx="1051560" cy="0"/>
          </a:xfrm>
          <a:prstGeom prst="line">
            <a:avLst/>
          </a:prstGeom>
          <a:noFill/>
          <a:ln w="25400">
            <a:solidFill>
              <a:srgbClr val="47D7FF"/>
            </a:solidFill>
            <a:prstDash val="solid"/>
            <a:headEnd type="none"/>
            <a:tailEnd type="none"/>
          </a:ln>
        </p:spPr>
        <p:txBody>
          <a:bodyPr/>
          <a:lstStyle/>
          <a:p>
            <a:endParaRPr lang="en-US"/>
          </a:p>
        </p:txBody>
      </p:sp>
      <p:sp>
        <p:nvSpPr>
          <p:cNvPr id="9" name="Text 7"/>
          <p:cNvSpPr/>
          <p:nvPr/>
        </p:nvSpPr>
        <p:spPr>
          <a:xfrm>
            <a:off x="566927" y="1444751"/>
            <a:ext cx="5794961" cy="1277335"/>
          </a:xfrm>
          <a:prstGeom prst="rect">
            <a:avLst/>
          </a:prstGeom>
          <a:noFill/>
          <a:ln/>
        </p:spPr>
        <p:txBody>
          <a:bodyPr wrap="square" lIns="254" tIns="254" rIns="254" bIns="254" rtlCol="0" anchor="ctr">
            <a:noAutofit/>
          </a:bodyPr>
          <a:lstStyle/>
          <a:p>
            <a:pPr marL="0" indent="0">
              <a:buNone/>
            </a:pPr>
            <a:r>
              <a:rPr lang="en-US" sz="2500" dirty="0">
                <a:solidFill>
                  <a:schemeClr val="bg1"/>
                </a:solidFill>
                <a:latin typeface="Times New Roman" panose="02020603050405020304" pitchFamily="18" charset="0"/>
                <a:ea typeface="Times New Roman" pitchFamily="34" charset="-122"/>
                <a:cs typeface="Times New Roman" panose="02020603050405020304" pitchFamily="18" charset="0"/>
              </a:rPr>
              <a:t>Hash tables are valued because average insert, delete, and retrieve operations are fast.</a:t>
            </a:r>
            <a:endParaRPr lang="en-US" sz="2500" dirty="0">
              <a:solidFill>
                <a:schemeClr val="bg1"/>
              </a:solidFill>
              <a:latin typeface="Times New Roman" panose="02020603050405020304" pitchFamily="18" charset="0"/>
              <a:cs typeface="Times New Roman" panose="02020603050405020304" pitchFamily="18" charset="0"/>
            </a:endParaRPr>
          </a:p>
        </p:txBody>
      </p:sp>
      <p:sp>
        <p:nvSpPr>
          <p:cNvPr id="10" name="Text 8"/>
          <p:cNvSpPr/>
          <p:nvPr/>
        </p:nvSpPr>
        <p:spPr>
          <a:xfrm>
            <a:off x="433124" y="3171708"/>
            <a:ext cx="3242763" cy="1361382"/>
          </a:xfrm>
          <a:prstGeom prst="rect">
            <a:avLst/>
          </a:prstGeom>
          <a:noFill/>
          <a:ln/>
        </p:spPr>
        <p:txBody>
          <a:bodyPr wrap="square" lIns="0" tIns="0" rIns="0" bIns="0" rtlCol="0" anchor="ctr"/>
          <a:lstStyle/>
          <a:p>
            <a:pPr marL="0" indent="0" algn="ctr">
              <a:buNone/>
            </a:pPr>
            <a:r>
              <a:rPr lang="en-US" sz="7000" b="1" dirty="0">
                <a:solidFill>
                  <a:srgbClr val="B4F564"/>
                </a:solidFill>
                <a:latin typeface="Times New Roman" panose="02020603050405020304" pitchFamily="18" charset="0"/>
                <a:ea typeface="Times New Roman" pitchFamily="34" charset="-122"/>
                <a:cs typeface="Times New Roman" panose="02020603050405020304" pitchFamily="18" charset="0"/>
              </a:rPr>
              <a:t>O(1)</a:t>
            </a:r>
            <a:endParaRPr lang="en-US" sz="7000" dirty="0">
              <a:latin typeface="Times New Roman" panose="02020603050405020304" pitchFamily="18" charset="0"/>
              <a:cs typeface="Times New Roman" panose="02020603050405020304" pitchFamily="18" charset="0"/>
            </a:endParaRPr>
          </a:p>
        </p:txBody>
      </p:sp>
      <p:sp>
        <p:nvSpPr>
          <p:cNvPr id="11" name="Text 9"/>
          <p:cNvSpPr/>
          <p:nvPr/>
        </p:nvSpPr>
        <p:spPr>
          <a:xfrm>
            <a:off x="964766" y="4533090"/>
            <a:ext cx="2167128" cy="310896"/>
          </a:xfrm>
          <a:prstGeom prst="rect">
            <a:avLst/>
          </a:prstGeom>
          <a:noFill/>
          <a:ln/>
        </p:spPr>
        <p:txBody>
          <a:bodyPr wrap="square" lIns="0" tIns="0" rIns="0" bIns="0" rtlCol="0" anchor="ctr"/>
          <a:lstStyle/>
          <a:p>
            <a:pPr marL="0" indent="0" algn="ctr">
              <a:buNone/>
            </a:pPr>
            <a:r>
              <a:rPr lang="en-US" sz="3000" b="1" dirty="0">
                <a:solidFill>
                  <a:schemeClr val="bg1"/>
                </a:solidFill>
                <a:latin typeface="Times New Roman" panose="02020603050405020304" pitchFamily="18" charset="0"/>
                <a:cs typeface="Times New Roman" panose="02020603050405020304" pitchFamily="18" charset="0"/>
              </a:rPr>
              <a:t>average time</a:t>
            </a:r>
            <a:endParaRPr lang="en-US" sz="3000" dirty="0">
              <a:solidFill>
                <a:schemeClr val="bg1"/>
              </a:solidFill>
              <a:latin typeface="Times New Roman" panose="02020603050405020304" pitchFamily="18" charset="0"/>
              <a:cs typeface="Times New Roman" panose="02020603050405020304" pitchFamily="18" charset="0"/>
            </a:endParaRPr>
          </a:p>
        </p:txBody>
      </p:sp>
      <p:sp>
        <p:nvSpPr>
          <p:cNvPr id="16" name="Shape 14"/>
          <p:cNvSpPr/>
          <p:nvPr/>
        </p:nvSpPr>
        <p:spPr>
          <a:xfrm>
            <a:off x="4257699" y="5195514"/>
            <a:ext cx="2717033" cy="855546"/>
          </a:xfrm>
          <a:prstGeom prst="roundRect">
            <a:avLst>
              <a:gd name="adj" fmla="val 10714"/>
            </a:avLst>
          </a:prstGeom>
          <a:solidFill>
            <a:srgbClr val="121F38"/>
          </a:solidFill>
          <a:ln w="15240">
            <a:solidFill>
              <a:srgbClr val="47D7FF">
                <a:alpha val="90000"/>
              </a:srgbClr>
            </a:solidFill>
            <a:prstDash val="solid"/>
          </a:ln>
        </p:spPr>
        <p:txBody>
          <a:bodyPr anchor="ctr"/>
          <a:lstStyle/>
          <a:p>
            <a:endParaRPr lang="en-US"/>
          </a:p>
        </p:txBody>
      </p:sp>
      <p:sp>
        <p:nvSpPr>
          <p:cNvPr id="17" name="Text 15"/>
          <p:cNvSpPr/>
          <p:nvPr/>
        </p:nvSpPr>
        <p:spPr>
          <a:xfrm>
            <a:off x="4257699" y="5195514"/>
            <a:ext cx="2717032" cy="855546"/>
          </a:xfrm>
          <a:prstGeom prst="rect">
            <a:avLst/>
          </a:prstGeom>
          <a:noFill/>
          <a:ln/>
        </p:spPr>
        <p:txBody>
          <a:bodyPr wrap="square" lIns="381" tIns="381" rIns="381" bIns="381" rtlCol="0" anchor="ctr">
            <a:normAutofit/>
          </a:bodyPr>
          <a:lstStyle/>
          <a:p>
            <a:pPr marL="0" indent="0" algn="ctr">
              <a:buNone/>
            </a:pPr>
            <a:r>
              <a:rPr lang="en-US" sz="2500" b="1" dirty="0">
                <a:solidFill>
                  <a:srgbClr val="F8FAFC"/>
                </a:solidFill>
                <a:latin typeface="Times New Roman" panose="02020603050405020304" pitchFamily="18" charset="0"/>
                <a:ea typeface="Times New Roman" pitchFamily="34" charset="-122"/>
                <a:cs typeface="Times New Roman" panose="02020603050405020304" pitchFamily="18" charset="0"/>
              </a:rPr>
              <a:t>Fast retrieval</a:t>
            </a:r>
            <a:endParaRPr lang="en-US" sz="2500" dirty="0">
              <a:latin typeface="Times New Roman" panose="02020603050405020304" pitchFamily="18" charset="0"/>
              <a:cs typeface="Times New Roman" panose="02020603050405020304" pitchFamily="18" charset="0"/>
            </a:endParaRPr>
          </a:p>
        </p:txBody>
      </p:sp>
      <p:sp>
        <p:nvSpPr>
          <p:cNvPr id="23" name="Shape 0">
            <a:extLst>
              <a:ext uri="{FF2B5EF4-FFF2-40B4-BE49-F238E27FC236}">
                <a16:creationId xmlns:a16="http://schemas.microsoft.com/office/drawing/2014/main" id="{3A141FE3-9E8D-1C0D-6635-627571488B2F}"/>
              </a:ext>
            </a:extLst>
          </p:cNvPr>
          <p:cNvSpPr/>
          <p:nvPr/>
        </p:nvSpPr>
        <p:spPr>
          <a:xfrm>
            <a:off x="12049651" y="-22568"/>
            <a:ext cx="137160" cy="6880568"/>
          </a:xfrm>
          <a:prstGeom prst="rect">
            <a:avLst/>
          </a:prstGeom>
          <a:solidFill>
            <a:srgbClr val="47D7FF"/>
          </a:solidFill>
          <a:ln w="12700">
            <a:solidFill>
              <a:srgbClr val="47D7FF">
                <a:alpha val="0"/>
              </a:srgbClr>
            </a:solidFill>
            <a:prstDash val="solid"/>
          </a:ln>
        </p:spPr>
        <p:txBody>
          <a:bodyPr/>
          <a:lstStyle/>
          <a:p>
            <a:endParaRPr lang="en-US"/>
          </a:p>
        </p:txBody>
      </p:sp>
      <p:sp>
        <p:nvSpPr>
          <p:cNvPr id="24" name="Shape 0">
            <a:extLst>
              <a:ext uri="{FF2B5EF4-FFF2-40B4-BE49-F238E27FC236}">
                <a16:creationId xmlns:a16="http://schemas.microsoft.com/office/drawing/2014/main" id="{EF96F1F2-D29E-449C-CBD6-C6D17E958403}"/>
              </a:ext>
            </a:extLst>
          </p:cNvPr>
          <p:cNvSpPr/>
          <p:nvPr/>
        </p:nvSpPr>
        <p:spPr>
          <a:xfrm>
            <a:off x="-16147" y="-22568"/>
            <a:ext cx="109728" cy="6880568"/>
          </a:xfrm>
          <a:prstGeom prst="rect">
            <a:avLst/>
          </a:prstGeom>
          <a:solidFill>
            <a:srgbClr val="47D7FF"/>
          </a:solidFill>
          <a:ln w="12700">
            <a:solidFill>
              <a:srgbClr val="47D7FF">
                <a:alpha val="0"/>
              </a:srgbClr>
            </a:solidFill>
            <a:prstDash val="solid"/>
          </a:ln>
        </p:spPr>
        <p:txBody>
          <a:bodyPr/>
          <a:lstStyle/>
          <a:p>
            <a:endParaRPr lang="en-US"/>
          </a:p>
        </p:txBody>
      </p:sp>
      <p:sp>
        <p:nvSpPr>
          <p:cNvPr id="14" name="Shape 12"/>
          <p:cNvSpPr/>
          <p:nvPr/>
        </p:nvSpPr>
        <p:spPr>
          <a:xfrm>
            <a:off x="4260376" y="4105317"/>
            <a:ext cx="2717032" cy="855546"/>
          </a:xfrm>
          <a:prstGeom prst="roundRect">
            <a:avLst>
              <a:gd name="adj" fmla="val 10714"/>
            </a:avLst>
          </a:prstGeom>
          <a:solidFill>
            <a:srgbClr val="121F38"/>
          </a:solidFill>
          <a:ln w="15240">
            <a:solidFill>
              <a:srgbClr val="FFB86B">
                <a:alpha val="90000"/>
              </a:srgbClr>
            </a:solidFill>
            <a:prstDash val="solid"/>
          </a:ln>
        </p:spPr>
        <p:txBody>
          <a:bodyPr anchor="ctr"/>
          <a:lstStyle/>
          <a:p>
            <a:endParaRPr lang="en-US"/>
          </a:p>
        </p:txBody>
      </p:sp>
      <p:sp>
        <p:nvSpPr>
          <p:cNvPr id="15" name="Text 13"/>
          <p:cNvSpPr/>
          <p:nvPr/>
        </p:nvSpPr>
        <p:spPr>
          <a:xfrm>
            <a:off x="4260375" y="4105317"/>
            <a:ext cx="2714355" cy="855546"/>
          </a:xfrm>
          <a:prstGeom prst="rect">
            <a:avLst/>
          </a:prstGeom>
          <a:noFill/>
          <a:ln/>
        </p:spPr>
        <p:txBody>
          <a:bodyPr wrap="square" lIns="381" tIns="381" rIns="381" bIns="381" rtlCol="0" anchor="ctr">
            <a:normAutofit/>
          </a:bodyPr>
          <a:lstStyle/>
          <a:p>
            <a:pPr marL="0" indent="0" algn="ctr">
              <a:buNone/>
            </a:pPr>
            <a:r>
              <a:rPr lang="en-US" sz="2500" b="1" dirty="0">
                <a:solidFill>
                  <a:srgbClr val="F8FAFC"/>
                </a:solidFill>
                <a:latin typeface="Times New Roman" panose="02020603050405020304" pitchFamily="18" charset="0"/>
                <a:ea typeface="Times New Roman" pitchFamily="34" charset="-122"/>
                <a:cs typeface="Times New Roman" panose="02020603050405020304" pitchFamily="18" charset="0"/>
              </a:rPr>
              <a:t>Fast deletion</a:t>
            </a:r>
            <a:endParaRPr lang="en-US" sz="2500" dirty="0">
              <a:latin typeface="Times New Roman" panose="02020603050405020304" pitchFamily="18" charset="0"/>
              <a:cs typeface="Times New Roman" panose="02020603050405020304" pitchFamily="18" charset="0"/>
            </a:endParaRPr>
          </a:p>
        </p:txBody>
      </p:sp>
      <p:sp>
        <p:nvSpPr>
          <p:cNvPr id="12" name="Shape 10"/>
          <p:cNvSpPr/>
          <p:nvPr/>
        </p:nvSpPr>
        <p:spPr>
          <a:xfrm>
            <a:off x="4260376" y="3015120"/>
            <a:ext cx="2717032" cy="855546"/>
          </a:xfrm>
          <a:prstGeom prst="roundRect">
            <a:avLst>
              <a:gd name="adj" fmla="val 10714"/>
            </a:avLst>
          </a:prstGeom>
          <a:solidFill>
            <a:srgbClr val="121F38"/>
          </a:solidFill>
          <a:ln w="15240">
            <a:solidFill>
              <a:srgbClr val="61D394">
                <a:alpha val="90000"/>
              </a:srgbClr>
            </a:solidFill>
            <a:prstDash val="solid"/>
          </a:ln>
        </p:spPr>
        <p:txBody>
          <a:bodyPr anchor="ctr"/>
          <a:lstStyle/>
          <a:p>
            <a:pPr algn="ctr"/>
            <a:endParaRPr lang="en-US" dirty="0"/>
          </a:p>
        </p:txBody>
      </p:sp>
      <p:sp>
        <p:nvSpPr>
          <p:cNvPr id="22" name="Text 20"/>
          <p:cNvSpPr/>
          <p:nvPr/>
        </p:nvSpPr>
        <p:spPr>
          <a:xfrm>
            <a:off x="7376155" y="5256480"/>
            <a:ext cx="3659229" cy="733614"/>
          </a:xfrm>
          <a:prstGeom prst="rect">
            <a:avLst/>
          </a:prstGeom>
          <a:noFill/>
          <a:ln/>
        </p:spPr>
        <p:txBody>
          <a:bodyPr wrap="square" lIns="0" tIns="0" rIns="0" bIns="0" rtlCol="0" anchor="ctr"/>
          <a:lstStyle/>
          <a:p>
            <a:pPr marL="0" indent="0" algn="ctr">
              <a:buNone/>
            </a:pPr>
            <a:r>
              <a:rPr lang="en-US" sz="2000" dirty="0">
                <a:solidFill>
                  <a:schemeClr val="bg1"/>
                </a:solidFill>
                <a:latin typeface="Times New Roman" panose="02020603050405020304" pitchFamily="18" charset="0"/>
                <a:cs typeface="Times New Roman" panose="02020603050405020304" pitchFamily="18" charset="0"/>
              </a:rPr>
              <a:t>Direct access is the advantage.</a:t>
            </a:r>
          </a:p>
        </p:txBody>
      </p:sp>
      <p:sp>
        <p:nvSpPr>
          <p:cNvPr id="13" name="Text 11"/>
          <p:cNvSpPr/>
          <p:nvPr/>
        </p:nvSpPr>
        <p:spPr>
          <a:xfrm>
            <a:off x="4260375" y="3015120"/>
            <a:ext cx="2728801" cy="855545"/>
          </a:xfrm>
          <a:prstGeom prst="rect">
            <a:avLst/>
          </a:prstGeom>
          <a:noFill/>
          <a:ln/>
        </p:spPr>
        <p:txBody>
          <a:bodyPr wrap="square" lIns="381" tIns="381" rIns="381" bIns="381" rtlCol="0" anchor="ctr">
            <a:normAutofit/>
          </a:bodyPr>
          <a:lstStyle/>
          <a:p>
            <a:pPr marL="0" indent="0" algn="ctr">
              <a:buNone/>
            </a:pPr>
            <a:r>
              <a:rPr lang="en-US" sz="2500" b="1" dirty="0">
                <a:solidFill>
                  <a:srgbClr val="F8FAFC"/>
                </a:solidFill>
                <a:latin typeface="Times New Roman" panose="02020603050405020304" pitchFamily="18" charset="0"/>
                <a:ea typeface="Times New Roman" pitchFamily="34" charset="-122"/>
                <a:cs typeface="Times New Roman" panose="02020603050405020304" pitchFamily="18" charset="0"/>
              </a:rPr>
              <a:t>Fast insertion</a:t>
            </a:r>
            <a:endParaRPr lang="en-US" sz="2500" dirty="0">
              <a:latin typeface="Times New Roman" panose="02020603050405020304" pitchFamily="18" charset="0"/>
              <a:cs typeface="Times New Roman" panose="02020603050405020304" pitchFamily="18" charset="0"/>
            </a:endParaRPr>
          </a:p>
        </p:txBody>
      </p:sp>
      <p:sp>
        <p:nvSpPr>
          <p:cNvPr id="18" name="Shape 16"/>
          <p:cNvSpPr/>
          <p:nvPr/>
        </p:nvSpPr>
        <p:spPr>
          <a:xfrm>
            <a:off x="7848593" y="3014692"/>
            <a:ext cx="2714354" cy="855545"/>
          </a:xfrm>
          <a:prstGeom prst="roundRect">
            <a:avLst>
              <a:gd name="adj" fmla="val 10714"/>
            </a:avLst>
          </a:prstGeom>
          <a:solidFill>
            <a:srgbClr val="121F38"/>
          </a:solidFill>
          <a:ln w="15240">
            <a:solidFill>
              <a:srgbClr val="8B5CF6">
                <a:alpha val="90000"/>
              </a:srgbClr>
            </a:solidFill>
            <a:prstDash val="solid"/>
          </a:ln>
        </p:spPr>
        <p:txBody>
          <a:bodyPr anchor="ctr"/>
          <a:lstStyle/>
          <a:p>
            <a:endParaRPr lang="en-US"/>
          </a:p>
        </p:txBody>
      </p:sp>
      <p:sp>
        <p:nvSpPr>
          <p:cNvPr id="19" name="Text 17"/>
          <p:cNvSpPr/>
          <p:nvPr/>
        </p:nvSpPr>
        <p:spPr>
          <a:xfrm>
            <a:off x="7860361" y="3014693"/>
            <a:ext cx="2702586" cy="855544"/>
          </a:xfrm>
          <a:prstGeom prst="rect">
            <a:avLst/>
          </a:prstGeom>
          <a:noFill/>
          <a:ln/>
        </p:spPr>
        <p:txBody>
          <a:bodyPr wrap="square" lIns="381" tIns="381" rIns="381" bIns="381" rtlCol="0" anchor="ctr">
            <a:noAutofit/>
          </a:bodyPr>
          <a:lstStyle/>
          <a:p>
            <a:pPr marL="0" indent="0" algn="ctr">
              <a:buNone/>
            </a:pPr>
            <a:r>
              <a:rPr lang="en-US" sz="2500" b="1" dirty="0">
                <a:solidFill>
                  <a:srgbClr val="F8FAFC"/>
                </a:solidFill>
                <a:latin typeface="Times New Roman" panose="02020603050405020304" pitchFamily="18" charset="0"/>
                <a:ea typeface="Times New Roman" pitchFamily="34" charset="-122"/>
                <a:cs typeface="Times New Roman" panose="02020603050405020304" pitchFamily="18" charset="0"/>
              </a:rPr>
              <a:t>Avoids full searching</a:t>
            </a:r>
            <a:endParaRPr lang="en-US" sz="2500" dirty="0">
              <a:latin typeface="Times New Roman" panose="02020603050405020304" pitchFamily="18" charset="0"/>
              <a:cs typeface="Times New Roman" panose="02020603050405020304" pitchFamily="18" charset="0"/>
            </a:endParaRPr>
          </a:p>
        </p:txBody>
      </p:sp>
      <p:sp>
        <p:nvSpPr>
          <p:cNvPr id="20" name="Shape 18"/>
          <p:cNvSpPr/>
          <p:nvPr/>
        </p:nvSpPr>
        <p:spPr>
          <a:xfrm>
            <a:off x="7848593" y="4105319"/>
            <a:ext cx="2714353" cy="855544"/>
          </a:xfrm>
          <a:prstGeom prst="roundRect">
            <a:avLst>
              <a:gd name="adj" fmla="val 10714"/>
            </a:avLst>
          </a:prstGeom>
          <a:solidFill>
            <a:srgbClr val="121F38"/>
          </a:solidFill>
          <a:ln w="15240">
            <a:solidFill>
              <a:srgbClr val="B4F564">
                <a:alpha val="90000"/>
              </a:srgbClr>
            </a:solidFill>
            <a:prstDash val="solid"/>
          </a:ln>
        </p:spPr>
        <p:txBody>
          <a:bodyPr/>
          <a:lstStyle/>
          <a:p>
            <a:endParaRPr lang="en-US"/>
          </a:p>
        </p:txBody>
      </p:sp>
      <p:sp>
        <p:nvSpPr>
          <p:cNvPr id="21" name="Text 19"/>
          <p:cNvSpPr/>
          <p:nvPr/>
        </p:nvSpPr>
        <p:spPr>
          <a:xfrm>
            <a:off x="7860361" y="4105317"/>
            <a:ext cx="2702586" cy="864979"/>
          </a:xfrm>
          <a:prstGeom prst="rect">
            <a:avLst/>
          </a:prstGeom>
          <a:noFill/>
          <a:ln/>
        </p:spPr>
        <p:txBody>
          <a:bodyPr wrap="square" lIns="381" tIns="381" rIns="381" bIns="381" rtlCol="0" anchor="ctr">
            <a:noAutofit/>
          </a:bodyPr>
          <a:lstStyle/>
          <a:p>
            <a:pPr marL="0" indent="0" algn="ctr">
              <a:buNone/>
            </a:pPr>
            <a:r>
              <a:rPr lang="en-US" sz="2500" b="1" dirty="0">
                <a:solidFill>
                  <a:srgbClr val="F8FAFC"/>
                </a:solidFill>
                <a:latin typeface="Times New Roman" panose="02020603050405020304" pitchFamily="18" charset="0"/>
                <a:ea typeface="Times New Roman" pitchFamily="34" charset="-122"/>
                <a:cs typeface="Times New Roman" panose="02020603050405020304" pitchFamily="18" charset="0"/>
              </a:rPr>
              <a:t>Efficient for large data</a:t>
            </a:r>
            <a:endParaRPr lang="en-US" sz="2500" dirty="0">
              <a:latin typeface="Times New Roman" panose="02020603050405020304" pitchFamily="18" charset="0"/>
              <a:cs typeface="Times New Roman" panose="02020603050405020304" pitchFamily="18" charset="0"/>
            </a:endParaRPr>
          </a:p>
        </p:txBody>
      </p:sp>
      <p:sp>
        <p:nvSpPr>
          <p:cNvPr id="3" name="Footer Placeholder 6">
            <a:extLst>
              <a:ext uri="{FF2B5EF4-FFF2-40B4-BE49-F238E27FC236}">
                <a16:creationId xmlns:a16="http://schemas.microsoft.com/office/drawing/2014/main" id="{907758FA-E7A2-E452-251A-E0A08155D57D}"/>
              </a:ext>
            </a:extLst>
          </p:cNvPr>
          <p:cNvSpPr txBox="1">
            <a:spLocks/>
          </p:cNvSpPr>
          <p:nvPr/>
        </p:nvSpPr>
        <p:spPr>
          <a:xfrm>
            <a:off x="93582" y="6464808"/>
            <a:ext cx="11956069" cy="393192"/>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000" dirty="0">
                <a:solidFill>
                  <a:schemeClr val="bg1"/>
                </a:solidFill>
                <a:latin typeface="Times New Roman" panose="02020603050405020304" pitchFamily="18" charset="0"/>
                <a:cs typeface="Times New Roman" panose="02020603050405020304" pitchFamily="18" charset="0"/>
              </a:rPr>
              <a:t>Julien &amp; Jacobs                                           Data Structures 2: Final Presentation                                                    14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500" fill="hold"/>
                                        <p:tgtEl>
                                          <p:spTgt spid="9"/>
                                        </p:tgtEl>
                                        <p:attrNameLst>
                                          <p:attrName>ppt_x</p:attrName>
                                        </p:attrNameLst>
                                      </p:cBhvr>
                                      <p:tavLst>
                                        <p:tav tm="0">
                                          <p:val>
                                            <p:strVal val="0-#ppt_w/2"/>
                                          </p:val>
                                        </p:tav>
                                        <p:tav tm="100000">
                                          <p:val>
                                            <p:strVal val="#ppt_x"/>
                                          </p:val>
                                        </p:tav>
                                      </p:tavLst>
                                    </p:anim>
                                    <p:anim calcmode="lin" valueType="num">
                                      <p:cBhvr additive="base">
                                        <p:cTn id="8" dur="1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chemeClr val="tx1"/>
        </a:solidFill>
        <a:effectLst/>
      </p:bgPr>
    </p:bg>
    <p:spTree>
      <p:nvGrpSpPr>
        <p:cNvPr id="1" name=""/>
        <p:cNvGrpSpPr/>
        <p:nvPr/>
      </p:nvGrpSpPr>
      <p:grpSpPr>
        <a:xfrm>
          <a:off x="0" y="0"/>
          <a:ext cx="0" cy="0"/>
          <a:chOff x="0" y="0"/>
          <a:chExt cx="0" cy="0"/>
        </a:xfrm>
      </p:grpSpPr>
      <p:sp>
        <p:nvSpPr>
          <p:cNvPr id="6" name="Text 4"/>
          <p:cNvSpPr/>
          <p:nvPr/>
        </p:nvSpPr>
        <p:spPr>
          <a:xfrm>
            <a:off x="566928" y="393192"/>
            <a:ext cx="3108960" cy="256032"/>
          </a:xfrm>
          <a:prstGeom prst="rect">
            <a:avLst/>
          </a:prstGeom>
          <a:noFill/>
          <a:ln/>
        </p:spPr>
        <p:txBody>
          <a:bodyPr wrap="square" lIns="0" tIns="0" rIns="0" bIns="0" rtlCol="0" anchor="ctr"/>
          <a:lstStyle/>
          <a:p>
            <a:pPr marL="0" indent="0">
              <a:buNone/>
            </a:pPr>
            <a:r>
              <a:rPr lang="en-US" sz="1500" b="1" dirty="0">
                <a:solidFill>
                  <a:srgbClr val="47D7FF"/>
                </a:solidFill>
                <a:latin typeface="Times New Roman" panose="02020603050405020304" pitchFamily="18" charset="0"/>
                <a:ea typeface="Times New Roman" pitchFamily="34" charset="-122"/>
                <a:cs typeface="Times New Roman" panose="02020603050405020304" pitchFamily="18" charset="0"/>
              </a:rPr>
              <a:t>TRADEOFFS</a:t>
            </a:r>
            <a:endParaRPr lang="en-US" sz="1500" dirty="0">
              <a:latin typeface="Times New Roman" panose="02020603050405020304" pitchFamily="18" charset="0"/>
              <a:cs typeface="Times New Roman" panose="02020603050405020304" pitchFamily="18" charset="0"/>
            </a:endParaRPr>
          </a:p>
        </p:txBody>
      </p:sp>
      <p:sp>
        <p:nvSpPr>
          <p:cNvPr id="7" name="Text 5"/>
          <p:cNvSpPr/>
          <p:nvPr/>
        </p:nvSpPr>
        <p:spPr>
          <a:xfrm>
            <a:off x="566928" y="658368"/>
            <a:ext cx="9875520" cy="493776"/>
          </a:xfrm>
          <a:prstGeom prst="rect">
            <a:avLst/>
          </a:prstGeom>
          <a:noFill/>
          <a:ln/>
        </p:spPr>
        <p:txBody>
          <a:bodyPr wrap="square" lIns="0" tIns="0" rIns="0" bIns="0" rtlCol="0" anchor="ctr">
            <a:normAutofit/>
          </a:bodyPr>
          <a:lstStyle/>
          <a:p>
            <a:pPr marL="0" indent="0">
              <a:buNone/>
            </a:pPr>
            <a:r>
              <a:rPr lang="en-US" sz="3000" b="1" dirty="0">
                <a:solidFill>
                  <a:schemeClr val="bg1"/>
                </a:solidFill>
                <a:latin typeface="Times New Roman" panose="02020603050405020304" pitchFamily="18" charset="0"/>
                <a:ea typeface="Times New Roman" pitchFamily="34" charset="-122"/>
                <a:cs typeface="Times New Roman" panose="02020603050405020304" pitchFamily="18" charset="0"/>
              </a:rPr>
              <a:t>Disadvantages</a:t>
            </a:r>
            <a:endParaRPr lang="en-US" sz="3000" dirty="0">
              <a:solidFill>
                <a:schemeClr val="bg1"/>
              </a:solidFill>
              <a:latin typeface="Times New Roman" panose="02020603050405020304" pitchFamily="18" charset="0"/>
              <a:cs typeface="Times New Roman" panose="02020603050405020304" pitchFamily="18" charset="0"/>
            </a:endParaRPr>
          </a:p>
        </p:txBody>
      </p:sp>
      <p:sp>
        <p:nvSpPr>
          <p:cNvPr id="8" name="Shape 6"/>
          <p:cNvSpPr/>
          <p:nvPr/>
        </p:nvSpPr>
        <p:spPr>
          <a:xfrm>
            <a:off x="566928" y="1261872"/>
            <a:ext cx="1051560" cy="0"/>
          </a:xfrm>
          <a:prstGeom prst="line">
            <a:avLst/>
          </a:prstGeom>
          <a:noFill/>
          <a:ln w="25400">
            <a:solidFill>
              <a:srgbClr val="47D7FF"/>
            </a:solidFill>
            <a:prstDash val="solid"/>
            <a:headEnd type="none"/>
            <a:tailEnd type="none"/>
          </a:ln>
        </p:spPr>
        <p:txBody>
          <a:bodyPr/>
          <a:lstStyle/>
          <a:p>
            <a:endParaRPr lang="en-US"/>
          </a:p>
        </p:txBody>
      </p:sp>
      <p:sp>
        <p:nvSpPr>
          <p:cNvPr id="9" name="Text 7"/>
          <p:cNvSpPr/>
          <p:nvPr/>
        </p:nvSpPr>
        <p:spPr>
          <a:xfrm>
            <a:off x="566927" y="1444752"/>
            <a:ext cx="6291067" cy="1248156"/>
          </a:xfrm>
          <a:prstGeom prst="rect">
            <a:avLst/>
          </a:prstGeom>
          <a:noFill/>
          <a:ln/>
        </p:spPr>
        <p:txBody>
          <a:bodyPr wrap="square" lIns="254" tIns="254" rIns="254" bIns="254" rtlCol="0" anchor="ctr">
            <a:noAutofit/>
          </a:bodyPr>
          <a:lstStyle/>
          <a:p>
            <a:pPr marL="0" indent="0">
              <a:buNone/>
            </a:pPr>
            <a:r>
              <a:rPr lang="en-US" sz="2500" dirty="0">
                <a:solidFill>
                  <a:schemeClr val="bg1"/>
                </a:solidFill>
                <a:latin typeface="Times New Roman" panose="02020603050405020304" pitchFamily="18" charset="0"/>
                <a:ea typeface="Times New Roman" pitchFamily="34" charset="-122"/>
                <a:cs typeface="Times New Roman" panose="02020603050405020304" pitchFamily="18" charset="0"/>
              </a:rPr>
              <a:t>Hash tables need good design because collisions, memory, and hash quality affect performance.</a:t>
            </a:r>
            <a:endParaRPr lang="en-US" sz="2500" dirty="0">
              <a:solidFill>
                <a:schemeClr val="bg1"/>
              </a:solidFill>
              <a:latin typeface="Times New Roman" panose="02020603050405020304" pitchFamily="18" charset="0"/>
              <a:cs typeface="Times New Roman" panose="02020603050405020304" pitchFamily="18" charset="0"/>
            </a:endParaRPr>
          </a:p>
        </p:txBody>
      </p:sp>
      <p:sp>
        <p:nvSpPr>
          <p:cNvPr id="10" name="Shape 8"/>
          <p:cNvSpPr/>
          <p:nvPr/>
        </p:nvSpPr>
        <p:spPr>
          <a:xfrm>
            <a:off x="1548613" y="2835246"/>
            <a:ext cx="3956075" cy="952605"/>
          </a:xfrm>
          <a:prstGeom prst="roundRect">
            <a:avLst>
              <a:gd name="adj" fmla="val 9677"/>
            </a:avLst>
          </a:prstGeom>
          <a:solidFill>
            <a:srgbClr val="121F38"/>
          </a:solidFill>
          <a:ln w="15240">
            <a:solidFill>
              <a:srgbClr val="FF6B6B">
                <a:alpha val="90000"/>
              </a:srgbClr>
            </a:solidFill>
            <a:prstDash val="solid"/>
          </a:ln>
        </p:spPr>
        <p:txBody>
          <a:bodyPr anchor="ctr"/>
          <a:lstStyle/>
          <a:p>
            <a:endParaRPr lang="en-US"/>
          </a:p>
        </p:txBody>
      </p:sp>
      <p:sp>
        <p:nvSpPr>
          <p:cNvPr id="11" name="Text 9"/>
          <p:cNvSpPr/>
          <p:nvPr/>
        </p:nvSpPr>
        <p:spPr>
          <a:xfrm>
            <a:off x="1548613" y="2854191"/>
            <a:ext cx="3956075" cy="933660"/>
          </a:xfrm>
          <a:prstGeom prst="rect">
            <a:avLst/>
          </a:prstGeom>
          <a:noFill/>
          <a:ln/>
        </p:spPr>
        <p:txBody>
          <a:bodyPr wrap="square" lIns="381" tIns="381" rIns="381" bIns="381" rtlCol="0" anchor="ctr">
            <a:noAutofit/>
          </a:bodyPr>
          <a:lstStyle/>
          <a:p>
            <a:pPr marL="0" indent="0" algn="ctr">
              <a:buNone/>
            </a:pPr>
            <a:r>
              <a:rPr lang="en-US" sz="2500" b="1" dirty="0">
                <a:solidFill>
                  <a:srgbClr val="F8FAFC"/>
                </a:solidFill>
                <a:latin typeface="Times New Roman" panose="02020603050405020304" pitchFamily="18" charset="0"/>
                <a:ea typeface="Times New Roman" pitchFamily="34" charset="-122"/>
                <a:cs typeface="Times New Roman" panose="02020603050405020304" pitchFamily="18" charset="0"/>
              </a:rPr>
              <a:t>Collisions can slow performance</a:t>
            </a:r>
            <a:endParaRPr lang="en-US" sz="2500" dirty="0">
              <a:latin typeface="Times New Roman" panose="02020603050405020304" pitchFamily="18" charset="0"/>
              <a:cs typeface="Times New Roman" panose="02020603050405020304" pitchFamily="18" charset="0"/>
            </a:endParaRPr>
          </a:p>
        </p:txBody>
      </p:sp>
      <p:sp>
        <p:nvSpPr>
          <p:cNvPr id="12" name="Shape 10"/>
          <p:cNvSpPr/>
          <p:nvPr/>
        </p:nvSpPr>
        <p:spPr>
          <a:xfrm>
            <a:off x="1548609" y="3910811"/>
            <a:ext cx="3956075" cy="933660"/>
          </a:xfrm>
          <a:prstGeom prst="roundRect">
            <a:avLst>
              <a:gd name="adj" fmla="val 9677"/>
            </a:avLst>
          </a:prstGeom>
          <a:solidFill>
            <a:srgbClr val="121F38"/>
          </a:solidFill>
          <a:ln w="15240">
            <a:solidFill>
              <a:srgbClr val="FFB86B">
                <a:alpha val="90000"/>
              </a:srgbClr>
            </a:solidFill>
            <a:prstDash val="solid"/>
          </a:ln>
        </p:spPr>
        <p:txBody>
          <a:bodyPr anchor="ctr"/>
          <a:lstStyle/>
          <a:p>
            <a:endParaRPr lang="en-US"/>
          </a:p>
        </p:txBody>
      </p:sp>
      <p:sp>
        <p:nvSpPr>
          <p:cNvPr id="13" name="Text 11"/>
          <p:cNvSpPr/>
          <p:nvPr/>
        </p:nvSpPr>
        <p:spPr>
          <a:xfrm>
            <a:off x="1548609" y="3910811"/>
            <a:ext cx="3956074" cy="933660"/>
          </a:xfrm>
          <a:prstGeom prst="rect">
            <a:avLst/>
          </a:prstGeom>
          <a:noFill/>
          <a:ln/>
        </p:spPr>
        <p:txBody>
          <a:bodyPr wrap="square" lIns="381" tIns="381" rIns="381" bIns="381" rtlCol="0" anchor="ctr">
            <a:noAutofit/>
          </a:bodyPr>
          <a:lstStyle/>
          <a:p>
            <a:pPr marL="0" indent="0" algn="ctr">
              <a:buNone/>
            </a:pPr>
            <a:r>
              <a:rPr lang="en-US" sz="2500" b="1" dirty="0">
                <a:solidFill>
                  <a:srgbClr val="F8FAFC"/>
                </a:solidFill>
                <a:latin typeface="Times New Roman" panose="02020603050405020304" pitchFamily="18" charset="0"/>
                <a:ea typeface="Times New Roman" pitchFamily="34" charset="-122"/>
                <a:cs typeface="Times New Roman" panose="02020603050405020304" pitchFamily="18" charset="0"/>
              </a:rPr>
              <a:t>Extra memory may be required</a:t>
            </a:r>
            <a:endParaRPr lang="en-US" sz="2500" dirty="0">
              <a:latin typeface="Times New Roman" panose="02020603050405020304" pitchFamily="18" charset="0"/>
              <a:cs typeface="Times New Roman" panose="02020603050405020304" pitchFamily="18" charset="0"/>
            </a:endParaRPr>
          </a:p>
        </p:txBody>
      </p:sp>
      <p:sp>
        <p:nvSpPr>
          <p:cNvPr id="14" name="Shape 12"/>
          <p:cNvSpPr/>
          <p:nvPr/>
        </p:nvSpPr>
        <p:spPr>
          <a:xfrm>
            <a:off x="1548613" y="4965020"/>
            <a:ext cx="3956070" cy="938961"/>
          </a:xfrm>
          <a:prstGeom prst="roundRect">
            <a:avLst>
              <a:gd name="adj" fmla="val 9677"/>
            </a:avLst>
          </a:prstGeom>
          <a:solidFill>
            <a:srgbClr val="121F38"/>
          </a:solidFill>
          <a:ln w="15240">
            <a:solidFill>
              <a:srgbClr val="8B5CF6">
                <a:alpha val="90000"/>
              </a:srgbClr>
            </a:solidFill>
            <a:prstDash val="solid"/>
          </a:ln>
        </p:spPr>
        <p:txBody>
          <a:bodyPr anchor="ctr"/>
          <a:lstStyle/>
          <a:p>
            <a:endParaRPr lang="en-US"/>
          </a:p>
        </p:txBody>
      </p:sp>
      <p:sp>
        <p:nvSpPr>
          <p:cNvPr id="15" name="Text 13"/>
          <p:cNvSpPr/>
          <p:nvPr/>
        </p:nvSpPr>
        <p:spPr>
          <a:xfrm>
            <a:off x="1548609" y="4965021"/>
            <a:ext cx="3956070" cy="938960"/>
          </a:xfrm>
          <a:prstGeom prst="rect">
            <a:avLst/>
          </a:prstGeom>
          <a:noFill/>
          <a:ln/>
        </p:spPr>
        <p:txBody>
          <a:bodyPr wrap="square" lIns="381" tIns="381" rIns="381" bIns="381" rtlCol="0" anchor="ctr">
            <a:noAutofit/>
          </a:bodyPr>
          <a:lstStyle/>
          <a:p>
            <a:pPr marL="0" indent="0" algn="ctr">
              <a:buNone/>
            </a:pPr>
            <a:r>
              <a:rPr lang="en-US" sz="2500" b="1" dirty="0">
                <a:solidFill>
                  <a:srgbClr val="F8FAFC"/>
                </a:solidFill>
                <a:latin typeface="Times New Roman" panose="02020603050405020304" pitchFamily="18" charset="0"/>
                <a:ea typeface="Times New Roman" pitchFamily="34" charset="-122"/>
                <a:cs typeface="Times New Roman" panose="02020603050405020304" pitchFamily="18" charset="0"/>
              </a:rPr>
              <a:t>Quality depends on hash function</a:t>
            </a:r>
            <a:endParaRPr lang="en-US" sz="2500" dirty="0">
              <a:latin typeface="Times New Roman" panose="02020603050405020304" pitchFamily="18" charset="0"/>
              <a:cs typeface="Times New Roman" panose="02020603050405020304" pitchFamily="18" charset="0"/>
            </a:endParaRPr>
          </a:p>
        </p:txBody>
      </p:sp>
      <p:sp>
        <p:nvSpPr>
          <p:cNvPr id="16" name="Shape 14"/>
          <p:cNvSpPr/>
          <p:nvPr/>
        </p:nvSpPr>
        <p:spPr>
          <a:xfrm>
            <a:off x="6687321" y="2858860"/>
            <a:ext cx="3956066" cy="928991"/>
          </a:xfrm>
          <a:prstGeom prst="roundRect">
            <a:avLst>
              <a:gd name="adj" fmla="val 9677"/>
            </a:avLst>
          </a:prstGeom>
          <a:solidFill>
            <a:srgbClr val="121F38"/>
          </a:solidFill>
          <a:ln w="15240">
            <a:solidFill>
              <a:srgbClr val="FFD166">
                <a:alpha val="90000"/>
              </a:srgbClr>
            </a:solidFill>
            <a:prstDash val="solid"/>
          </a:ln>
        </p:spPr>
        <p:txBody>
          <a:bodyPr/>
          <a:lstStyle/>
          <a:p>
            <a:endParaRPr lang="en-US"/>
          </a:p>
        </p:txBody>
      </p:sp>
      <p:sp>
        <p:nvSpPr>
          <p:cNvPr id="17" name="Text 15"/>
          <p:cNvSpPr/>
          <p:nvPr/>
        </p:nvSpPr>
        <p:spPr>
          <a:xfrm>
            <a:off x="6687321" y="2858860"/>
            <a:ext cx="3956064" cy="928991"/>
          </a:xfrm>
          <a:prstGeom prst="rect">
            <a:avLst/>
          </a:prstGeom>
          <a:noFill/>
          <a:ln/>
        </p:spPr>
        <p:txBody>
          <a:bodyPr wrap="square" lIns="381" tIns="381" rIns="381" bIns="381" rtlCol="0" anchor="ctr">
            <a:noAutofit/>
          </a:bodyPr>
          <a:lstStyle/>
          <a:p>
            <a:pPr marL="0" indent="0" algn="ctr">
              <a:buNone/>
            </a:pPr>
            <a:r>
              <a:rPr lang="en-US" sz="2500" b="1" dirty="0">
                <a:solidFill>
                  <a:srgbClr val="F8FAFC"/>
                </a:solidFill>
                <a:latin typeface="Times New Roman" panose="02020603050405020304" pitchFamily="18" charset="0"/>
                <a:ea typeface="Times New Roman" pitchFamily="34" charset="-122"/>
                <a:cs typeface="Times New Roman" panose="02020603050405020304" pitchFamily="18" charset="0"/>
              </a:rPr>
              <a:t>Worst cases are not always efficient</a:t>
            </a:r>
            <a:endParaRPr lang="en-US" sz="2500" dirty="0">
              <a:latin typeface="Times New Roman" panose="02020603050405020304" pitchFamily="18" charset="0"/>
              <a:cs typeface="Times New Roman" panose="02020603050405020304" pitchFamily="18" charset="0"/>
            </a:endParaRPr>
          </a:p>
        </p:txBody>
      </p:sp>
      <p:sp>
        <p:nvSpPr>
          <p:cNvPr id="18" name="Shape 16"/>
          <p:cNvSpPr/>
          <p:nvPr/>
        </p:nvSpPr>
        <p:spPr>
          <a:xfrm>
            <a:off x="6638543" y="3909612"/>
            <a:ext cx="4004839" cy="911966"/>
          </a:xfrm>
          <a:prstGeom prst="roundRect">
            <a:avLst>
              <a:gd name="adj" fmla="val 9677"/>
            </a:avLst>
          </a:prstGeom>
          <a:solidFill>
            <a:srgbClr val="121F38"/>
          </a:solidFill>
          <a:ln w="15240">
            <a:solidFill>
              <a:srgbClr val="47D7FF">
                <a:alpha val="90000"/>
              </a:srgbClr>
            </a:solidFill>
            <a:prstDash val="solid"/>
          </a:ln>
        </p:spPr>
        <p:txBody>
          <a:bodyPr anchor="ctr"/>
          <a:lstStyle/>
          <a:p>
            <a:endParaRPr lang="en-US"/>
          </a:p>
        </p:txBody>
      </p:sp>
      <p:sp>
        <p:nvSpPr>
          <p:cNvPr id="19" name="Text 17"/>
          <p:cNvSpPr/>
          <p:nvPr/>
        </p:nvSpPr>
        <p:spPr>
          <a:xfrm>
            <a:off x="6638542" y="3898993"/>
            <a:ext cx="4004835" cy="911966"/>
          </a:xfrm>
          <a:prstGeom prst="rect">
            <a:avLst/>
          </a:prstGeom>
          <a:noFill/>
          <a:ln/>
        </p:spPr>
        <p:txBody>
          <a:bodyPr wrap="square" lIns="381" tIns="381" rIns="381" bIns="381" rtlCol="0" anchor="ctr">
            <a:noAutofit/>
          </a:bodyPr>
          <a:lstStyle/>
          <a:p>
            <a:pPr marL="0" indent="0" algn="ctr">
              <a:buNone/>
            </a:pPr>
            <a:r>
              <a:rPr lang="en-US" sz="2500" b="1" dirty="0">
                <a:solidFill>
                  <a:srgbClr val="F8FAFC"/>
                </a:solidFill>
                <a:latin typeface="Times New Roman" panose="02020603050405020304" pitchFamily="18" charset="0"/>
                <a:ea typeface="Times New Roman" pitchFamily="34" charset="-122"/>
                <a:cs typeface="Times New Roman" panose="02020603050405020304" pitchFamily="18" charset="0"/>
              </a:rPr>
              <a:t>Needs collision resolution strategies</a:t>
            </a:r>
            <a:endParaRPr lang="en-US" sz="2500" dirty="0">
              <a:latin typeface="Times New Roman" panose="02020603050405020304" pitchFamily="18" charset="0"/>
              <a:cs typeface="Times New Roman" panose="02020603050405020304" pitchFamily="18" charset="0"/>
            </a:endParaRPr>
          </a:p>
        </p:txBody>
      </p:sp>
      <p:sp>
        <p:nvSpPr>
          <p:cNvPr id="20" name="Shape 18"/>
          <p:cNvSpPr/>
          <p:nvPr/>
        </p:nvSpPr>
        <p:spPr>
          <a:xfrm>
            <a:off x="6096000" y="2914601"/>
            <a:ext cx="0" cy="2926080"/>
          </a:xfrm>
          <a:prstGeom prst="line">
            <a:avLst/>
          </a:prstGeom>
          <a:noFill/>
          <a:ln w="15240">
            <a:solidFill>
              <a:srgbClr val="6B7895">
                <a:alpha val="65000"/>
              </a:srgbClr>
            </a:solidFill>
            <a:prstDash val="solid"/>
          </a:ln>
        </p:spPr>
        <p:txBody>
          <a:bodyPr/>
          <a:lstStyle/>
          <a:p>
            <a:endParaRPr lang="en-US"/>
          </a:p>
        </p:txBody>
      </p:sp>
      <p:sp>
        <p:nvSpPr>
          <p:cNvPr id="21" name="Text 19"/>
          <p:cNvSpPr/>
          <p:nvPr/>
        </p:nvSpPr>
        <p:spPr>
          <a:xfrm>
            <a:off x="6687313" y="4965020"/>
            <a:ext cx="3956056" cy="884096"/>
          </a:xfrm>
          <a:prstGeom prst="rect">
            <a:avLst/>
          </a:prstGeom>
          <a:noFill/>
          <a:ln/>
        </p:spPr>
        <p:txBody>
          <a:bodyPr wrap="square" lIns="0" tIns="0" rIns="0" bIns="0" rtlCol="0" anchor="ctr"/>
          <a:lstStyle/>
          <a:p>
            <a:pPr marL="0" indent="0" algn="ctr">
              <a:buNone/>
            </a:pPr>
            <a:r>
              <a:rPr lang="en-US" sz="2000" dirty="0">
                <a:solidFill>
                  <a:schemeClr val="bg1"/>
                </a:solidFill>
                <a:latin typeface="Times New Roman" panose="02020603050405020304" pitchFamily="18" charset="0"/>
                <a:cs typeface="Times New Roman" panose="02020603050405020304" pitchFamily="18" charset="0"/>
              </a:rPr>
              <a:t>Fast on average does not mean perfect in every case.</a:t>
            </a:r>
          </a:p>
        </p:txBody>
      </p:sp>
      <p:sp>
        <p:nvSpPr>
          <p:cNvPr id="22" name="Shape 0">
            <a:extLst>
              <a:ext uri="{FF2B5EF4-FFF2-40B4-BE49-F238E27FC236}">
                <a16:creationId xmlns:a16="http://schemas.microsoft.com/office/drawing/2014/main" id="{A6FCC92F-05FD-C2AA-7C8B-07C663E2B209}"/>
              </a:ext>
            </a:extLst>
          </p:cNvPr>
          <p:cNvSpPr/>
          <p:nvPr/>
        </p:nvSpPr>
        <p:spPr>
          <a:xfrm>
            <a:off x="-16147" y="-22568"/>
            <a:ext cx="109728" cy="6880568"/>
          </a:xfrm>
          <a:prstGeom prst="rect">
            <a:avLst/>
          </a:prstGeom>
          <a:solidFill>
            <a:srgbClr val="47D7FF"/>
          </a:solidFill>
          <a:ln w="12700">
            <a:solidFill>
              <a:srgbClr val="47D7FF">
                <a:alpha val="0"/>
              </a:srgbClr>
            </a:solidFill>
            <a:prstDash val="solid"/>
          </a:ln>
        </p:spPr>
        <p:txBody>
          <a:bodyPr/>
          <a:lstStyle/>
          <a:p>
            <a:endParaRPr lang="en-US"/>
          </a:p>
        </p:txBody>
      </p:sp>
      <p:sp>
        <p:nvSpPr>
          <p:cNvPr id="2" name="Shape 0">
            <a:extLst>
              <a:ext uri="{FF2B5EF4-FFF2-40B4-BE49-F238E27FC236}">
                <a16:creationId xmlns:a16="http://schemas.microsoft.com/office/drawing/2014/main" id="{70743F0A-93E7-EE59-1118-73DCF99A7B11}"/>
              </a:ext>
            </a:extLst>
          </p:cNvPr>
          <p:cNvSpPr/>
          <p:nvPr/>
        </p:nvSpPr>
        <p:spPr>
          <a:xfrm>
            <a:off x="12049651" y="-22568"/>
            <a:ext cx="137160" cy="6880568"/>
          </a:xfrm>
          <a:prstGeom prst="rect">
            <a:avLst/>
          </a:prstGeom>
          <a:solidFill>
            <a:srgbClr val="47D7FF"/>
          </a:solidFill>
          <a:ln w="12700">
            <a:solidFill>
              <a:srgbClr val="47D7FF">
                <a:alpha val="0"/>
              </a:srgbClr>
            </a:solidFill>
            <a:prstDash val="solid"/>
          </a:ln>
        </p:spPr>
        <p:txBody>
          <a:bodyPr/>
          <a:lstStyle/>
          <a:p>
            <a:endParaRPr lang="en-US"/>
          </a:p>
        </p:txBody>
      </p:sp>
      <p:sp>
        <p:nvSpPr>
          <p:cNvPr id="4" name="Footer Placeholder 6">
            <a:extLst>
              <a:ext uri="{FF2B5EF4-FFF2-40B4-BE49-F238E27FC236}">
                <a16:creationId xmlns:a16="http://schemas.microsoft.com/office/drawing/2014/main" id="{AB72CF63-BAEC-311B-8D34-60248289BCF7}"/>
              </a:ext>
            </a:extLst>
          </p:cNvPr>
          <p:cNvSpPr txBox="1">
            <a:spLocks/>
          </p:cNvSpPr>
          <p:nvPr/>
        </p:nvSpPr>
        <p:spPr>
          <a:xfrm>
            <a:off x="93582" y="6464808"/>
            <a:ext cx="11956069" cy="393192"/>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000" dirty="0">
                <a:solidFill>
                  <a:schemeClr val="bg1"/>
                </a:solidFill>
                <a:latin typeface="Times New Roman" panose="02020603050405020304" pitchFamily="18" charset="0"/>
                <a:cs typeface="Times New Roman" panose="02020603050405020304" pitchFamily="18" charset="0"/>
              </a:rPr>
              <a:t>Julien &amp; Jacobs                                           Data Structures 2: Final Presentation                                                    15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500" fill="hold"/>
                                        <p:tgtEl>
                                          <p:spTgt spid="9"/>
                                        </p:tgtEl>
                                        <p:attrNameLst>
                                          <p:attrName>ppt_x</p:attrName>
                                        </p:attrNameLst>
                                      </p:cBhvr>
                                      <p:tavLst>
                                        <p:tav tm="0">
                                          <p:val>
                                            <p:strVal val="0-#ppt_w/2"/>
                                          </p:val>
                                        </p:tav>
                                        <p:tav tm="100000">
                                          <p:val>
                                            <p:strVal val="#ppt_x"/>
                                          </p:val>
                                        </p:tav>
                                      </p:tavLst>
                                    </p:anim>
                                    <p:anim calcmode="lin" valueType="num">
                                      <p:cBhvr additive="base">
                                        <p:cTn id="8" dur="1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chemeClr val="tx1"/>
        </a:solidFill>
        <a:effectLst/>
      </p:bgPr>
    </p:bg>
    <p:spTree>
      <p:nvGrpSpPr>
        <p:cNvPr id="1" name=""/>
        <p:cNvGrpSpPr/>
        <p:nvPr/>
      </p:nvGrpSpPr>
      <p:grpSpPr>
        <a:xfrm>
          <a:off x="0" y="0"/>
          <a:ext cx="0" cy="0"/>
          <a:chOff x="0" y="0"/>
          <a:chExt cx="0" cy="0"/>
        </a:xfrm>
      </p:grpSpPr>
      <p:sp>
        <p:nvSpPr>
          <p:cNvPr id="6" name="Text 4"/>
          <p:cNvSpPr/>
          <p:nvPr/>
        </p:nvSpPr>
        <p:spPr>
          <a:xfrm>
            <a:off x="566928" y="393192"/>
            <a:ext cx="3108960" cy="256032"/>
          </a:xfrm>
          <a:prstGeom prst="rect">
            <a:avLst/>
          </a:prstGeom>
          <a:noFill/>
          <a:ln/>
        </p:spPr>
        <p:txBody>
          <a:bodyPr wrap="square" lIns="0" tIns="0" rIns="0" bIns="0" rtlCol="0" anchor="ctr"/>
          <a:lstStyle/>
          <a:p>
            <a:pPr marL="0" indent="0">
              <a:buNone/>
            </a:pPr>
            <a:r>
              <a:rPr lang="en-US" sz="1500" b="1" dirty="0">
                <a:solidFill>
                  <a:srgbClr val="47D7FF"/>
                </a:solidFill>
                <a:latin typeface="Times New Roman" panose="02020603050405020304" pitchFamily="18" charset="0"/>
                <a:ea typeface="Times New Roman" pitchFamily="34" charset="-122"/>
                <a:cs typeface="Times New Roman" panose="02020603050405020304" pitchFamily="18" charset="0"/>
              </a:rPr>
              <a:t>WHY IT MATTERS</a:t>
            </a:r>
            <a:endParaRPr lang="en-US" sz="1500" dirty="0">
              <a:latin typeface="Times New Roman" panose="02020603050405020304" pitchFamily="18" charset="0"/>
              <a:cs typeface="Times New Roman" panose="02020603050405020304" pitchFamily="18" charset="0"/>
            </a:endParaRPr>
          </a:p>
        </p:txBody>
      </p:sp>
      <p:sp>
        <p:nvSpPr>
          <p:cNvPr id="7" name="Text 5"/>
          <p:cNvSpPr/>
          <p:nvPr/>
        </p:nvSpPr>
        <p:spPr>
          <a:xfrm>
            <a:off x="566928" y="658368"/>
            <a:ext cx="9875520" cy="493776"/>
          </a:xfrm>
          <a:prstGeom prst="rect">
            <a:avLst/>
          </a:prstGeom>
          <a:noFill/>
          <a:ln/>
        </p:spPr>
        <p:txBody>
          <a:bodyPr wrap="square" lIns="0" tIns="0" rIns="0" bIns="0" rtlCol="0" anchor="ctr">
            <a:normAutofit/>
          </a:bodyPr>
          <a:lstStyle/>
          <a:p>
            <a:pPr marL="0" indent="0">
              <a:buNone/>
            </a:pPr>
            <a:r>
              <a:rPr lang="en-US" sz="3000" b="1" dirty="0">
                <a:solidFill>
                  <a:schemeClr val="bg1"/>
                </a:solidFill>
                <a:latin typeface="Times New Roman" panose="02020603050405020304" pitchFamily="18" charset="0"/>
                <a:ea typeface="Times New Roman" pitchFamily="34" charset="-122"/>
                <a:cs typeface="Times New Roman" panose="02020603050405020304" pitchFamily="18" charset="0"/>
              </a:rPr>
              <a:t>Importance</a:t>
            </a:r>
            <a:endParaRPr lang="en-US" sz="3000" dirty="0">
              <a:solidFill>
                <a:schemeClr val="bg1"/>
              </a:solidFill>
              <a:latin typeface="Times New Roman" panose="02020603050405020304" pitchFamily="18" charset="0"/>
              <a:cs typeface="Times New Roman" panose="02020603050405020304" pitchFamily="18" charset="0"/>
            </a:endParaRPr>
          </a:p>
        </p:txBody>
      </p:sp>
      <p:sp>
        <p:nvSpPr>
          <p:cNvPr id="8" name="Shape 6"/>
          <p:cNvSpPr/>
          <p:nvPr/>
        </p:nvSpPr>
        <p:spPr>
          <a:xfrm>
            <a:off x="566928" y="1261872"/>
            <a:ext cx="1051560" cy="0"/>
          </a:xfrm>
          <a:prstGeom prst="line">
            <a:avLst/>
          </a:prstGeom>
          <a:noFill/>
          <a:ln w="25400">
            <a:solidFill>
              <a:srgbClr val="47D7FF"/>
            </a:solidFill>
            <a:prstDash val="solid"/>
            <a:headEnd type="none"/>
            <a:tailEnd type="none"/>
          </a:ln>
        </p:spPr>
        <p:txBody>
          <a:bodyPr/>
          <a:lstStyle/>
          <a:p>
            <a:endParaRPr lang="en-US"/>
          </a:p>
        </p:txBody>
      </p:sp>
      <p:sp>
        <p:nvSpPr>
          <p:cNvPr id="9" name="Text 7"/>
          <p:cNvSpPr/>
          <p:nvPr/>
        </p:nvSpPr>
        <p:spPr>
          <a:xfrm>
            <a:off x="566928" y="1444751"/>
            <a:ext cx="5120640" cy="1270043"/>
          </a:xfrm>
          <a:prstGeom prst="rect">
            <a:avLst/>
          </a:prstGeom>
          <a:noFill/>
          <a:ln/>
        </p:spPr>
        <p:txBody>
          <a:bodyPr wrap="square" lIns="254" tIns="254" rIns="254" bIns="254" rtlCol="0" anchor="ctr">
            <a:noAutofit/>
          </a:bodyPr>
          <a:lstStyle/>
          <a:p>
            <a:pPr marL="0" indent="0">
              <a:buNone/>
            </a:pPr>
            <a:r>
              <a:rPr lang="en-US" sz="2500" dirty="0">
                <a:solidFill>
                  <a:schemeClr val="bg1"/>
                </a:solidFill>
                <a:latin typeface="Times New Roman" panose="02020603050405020304" pitchFamily="18" charset="0"/>
                <a:ea typeface="Times New Roman" pitchFamily="34" charset="-122"/>
                <a:cs typeface="Times New Roman" panose="02020603050405020304" pitchFamily="18" charset="0"/>
              </a:rPr>
              <a:t>Hash tables reduce time complexity and improve efficiency in computing systems.</a:t>
            </a:r>
            <a:endParaRPr lang="en-US" sz="2500" dirty="0">
              <a:solidFill>
                <a:schemeClr val="bg1"/>
              </a:solidFill>
              <a:latin typeface="Times New Roman" panose="02020603050405020304" pitchFamily="18" charset="0"/>
              <a:cs typeface="Times New Roman" panose="02020603050405020304" pitchFamily="18" charset="0"/>
            </a:endParaRPr>
          </a:p>
        </p:txBody>
      </p:sp>
      <p:sp>
        <p:nvSpPr>
          <p:cNvPr id="10" name="Shape 8"/>
          <p:cNvSpPr/>
          <p:nvPr/>
        </p:nvSpPr>
        <p:spPr>
          <a:xfrm>
            <a:off x="268460" y="3139127"/>
            <a:ext cx="2474740" cy="1199387"/>
          </a:xfrm>
          <a:prstGeom prst="chevron">
            <a:avLst/>
          </a:prstGeom>
          <a:solidFill>
            <a:srgbClr val="121F38"/>
          </a:solidFill>
          <a:ln w="15240">
            <a:solidFill>
              <a:srgbClr val="47D7FF"/>
            </a:solidFill>
            <a:prstDash val="solid"/>
          </a:ln>
        </p:spPr>
        <p:txBody>
          <a:bodyPr/>
          <a:lstStyle/>
          <a:p>
            <a:endParaRPr lang="en-US"/>
          </a:p>
        </p:txBody>
      </p:sp>
      <p:sp>
        <p:nvSpPr>
          <p:cNvPr id="11" name="Text 9"/>
          <p:cNvSpPr/>
          <p:nvPr/>
        </p:nvSpPr>
        <p:spPr>
          <a:xfrm>
            <a:off x="907836" y="3358731"/>
            <a:ext cx="1400444" cy="756623"/>
          </a:xfrm>
          <a:prstGeom prst="rect">
            <a:avLst/>
          </a:prstGeom>
          <a:noFill/>
          <a:ln/>
        </p:spPr>
        <p:txBody>
          <a:bodyPr wrap="square" lIns="0" tIns="0" rIns="0" bIns="0" rtlCol="0" anchor="ctr"/>
          <a:lstStyle/>
          <a:p>
            <a:pPr marL="0" indent="0" algn="ctr">
              <a:buNone/>
            </a:pPr>
            <a:r>
              <a:rPr lang="en-US" sz="2500" b="1" dirty="0">
                <a:solidFill>
                  <a:srgbClr val="F8FAFC"/>
                </a:solidFill>
                <a:latin typeface="Times New Roman" panose="02020603050405020304" pitchFamily="18" charset="0"/>
                <a:cs typeface="Times New Roman" panose="02020603050405020304" pitchFamily="18" charset="0"/>
              </a:rPr>
              <a:t>Fast access</a:t>
            </a:r>
            <a:endParaRPr lang="en-US" sz="2500" dirty="0">
              <a:latin typeface="Times New Roman" panose="02020603050405020304" pitchFamily="18" charset="0"/>
              <a:cs typeface="Times New Roman" panose="02020603050405020304" pitchFamily="18" charset="0"/>
            </a:endParaRPr>
          </a:p>
        </p:txBody>
      </p:sp>
      <p:sp>
        <p:nvSpPr>
          <p:cNvPr id="12" name="Shape 10"/>
          <p:cNvSpPr/>
          <p:nvPr/>
        </p:nvSpPr>
        <p:spPr>
          <a:xfrm>
            <a:off x="2540961" y="3139127"/>
            <a:ext cx="2485027" cy="1199386"/>
          </a:xfrm>
          <a:prstGeom prst="chevron">
            <a:avLst/>
          </a:prstGeom>
          <a:solidFill>
            <a:srgbClr val="121F38"/>
          </a:solidFill>
          <a:ln w="15240">
            <a:solidFill>
              <a:srgbClr val="8B5CF6"/>
            </a:solidFill>
            <a:prstDash val="solid"/>
          </a:ln>
        </p:spPr>
        <p:txBody>
          <a:bodyPr/>
          <a:lstStyle/>
          <a:p>
            <a:endParaRPr lang="en-US"/>
          </a:p>
        </p:txBody>
      </p:sp>
      <p:sp>
        <p:nvSpPr>
          <p:cNvPr id="13" name="Text 11"/>
          <p:cNvSpPr/>
          <p:nvPr/>
        </p:nvSpPr>
        <p:spPr>
          <a:xfrm>
            <a:off x="3187970" y="3378128"/>
            <a:ext cx="1457367" cy="710425"/>
          </a:xfrm>
          <a:prstGeom prst="rect">
            <a:avLst/>
          </a:prstGeom>
          <a:noFill/>
          <a:ln/>
        </p:spPr>
        <p:txBody>
          <a:bodyPr wrap="square" lIns="0" tIns="0" rIns="0" bIns="0" rtlCol="0" anchor="ctr"/>
          <a:lstStyle/>
          <a:p>
            <a:pPr marL="0" indent="0" algn="ctr">
              <a:buNone/>
            </a:pPr>
            <a:r>
              <a:rPr lang="en-US" sz="2500" b="1" dirty="0">
                <a:solidFill>
                  <a:srgbClr val="F8FAFC"/>
                </a:solidFill>
                <a:latin typeface="Times New Roman" panose="02020603050405020304" pitchFamily="18" charset="0"/>
                <a:cs typeface="Times New Roman" panose="02020603050405020304" pitchFamily="18" charset="0"/>
              </a:rPr>
              <a:t>Less search</a:t>
            </a:r>
            <a:endParaRPr lang="en-US" sz="2500" dirty="0">
              <a:latin typeface="Times New Roman" panose="02020603050405020304" pitchFamily="18" charset="0"/>
              <a:cs typeface="Times New Roman" panose="02020603050405020304" pitchFamily="18" charset="0"/>
            </a:endParaRPr>
          </a:p>
        </p:txBody>
      </p:sp>
      <p:sp>
        <p:nvSpPr>
          <p:cNvPr id="14" name="Shape 12"/>
          <p:cNvSpPr/>
          <p:nvPr/>
        </p:nvSpPr>
        <p:spPr>
          <a:xfrm>
            <a:off x="4853486" y="3168329"/>
            <a:ext cx="2485027" cy="1199386"/>
          </a:xfrm>
          <a:prstGeom prst="chevron">
            <a:avLst/>
          </a:prstGeom>
          <a:solidFill>
            <a:srgbClr val="121F38"/>
          </a:solidFill>
          <a:ln w="15240">
            <a:solidFill>
              <a:srgbClr val="B4F564"/>
            </a:solidFill>
            <a:prstDash val="solid"/>
          </a:ln>
        </p:spPr>
        <p:txBody>
          <a:bodyPr/>
          <a:lstStyle/>
          <a:p>
            <a:endParaRPr lang="en-US"/>
          </a:p>
        </p:txBody>
      </p:sp>
      <p:sp>
        <p:nvSpPr>
          <p:cNvPr id="15" name="Text 13"/>
          <p:cNvSpPr/>
          <p:nvPr/>
        </p:nvSpPr>
        <p:spPr>
          <a:xfrm>
            <a:off x="5470758" y="3429000"/>
            <a:ext cx="1498087" cy="633158"/>
          </a:xfrm>
          <a:prstGeom prst="rect">
            <a:avLst/>
          </a:prstGeom>
          <a:noFill/>
          <a:ln/>
        </p:spPr>
        <p:txBody>
          <a:bodyPr wrap="square" lIns="0" tIns="0" rIns="0" bIns="0" rtlCol="0" anchor="ctr"/>
          <a:lstStyle/>
          <a:p>
            <a:pPr marL="0" indent="0" algn="ctr">
              <a:buNone/>
            </a:pPr>
            <a:r>
              <a:rPr lang="en-US" sz="2500" b="1" dirty="0">
                <a:solidFill>
                  <a:srgbClr val="F8FAFC"/>
                </a:solidFill>
                <a:latin typeface="Times New Roman" panose="02020603050405020304" pitchFamily="18" charset="0"/>
                <a:cs typeface="Times New Roman" panose="02020603050405020304" pitchFamily="18" charset="0"/>
              </a:rPr>
              <a:t>Efficiency</a:t>
            </a:r>
            <a:endParaRPr lang="en-US" sz="2500" dirty="0">
              <a:latin typeface="Times New Roman" panose="02020603050405020304" pitchFamily="18" charset="0"/>
              <a:cs typeface="Times New Roman" panose="02020603050405020304" pitchFamily="18" charset="0"/>
            </a:endParaRPr>
          </a:p>
        </p:txBody>
      </p:sp>
      <p:sp>
        <p:nvSpPr>
          <p:cNvPr id="16" name="Shape 14"/>
          <p:cNvSpPr/>
          <p:nvPr/>
        </p:nvSpPr>
        <p:spPr>
          <a:xfrm>
            <a:off x="7166014" y="3163897"/>
            <a:ext cx="2496548" cy="1199386"/>
          </a:xfrm>
          <a:prstGeom prst="chevron">
            <a:avLst/>
          </a:prstGeom>
          <a:solidFill>
            <a:srgbClr val="121F38"/>
          </a:solidFill>
          <a:ln w="15240">
            <a:solidFill>
              <a:srgbClr val="FFB86B"/>
            </a:solidFill>
            <a:prstDash val="solid"/>
          </a:ln>
        </p:spPr>
        <p:txBody>
          <a:bodyPr/>
          <a:lstStyle/>
          <a:p>
            <a:endParaRPr lang="en-US"/>
          </a:p>
        </p:txBody>
      </p:sp>
      <p:sp>
        <p:nvSpPr>
          <p:cNvPr id="17" name="Text 15"/>
          <p:cNvSpPr/>
          <p:nvPr/>
        </p:nvSpPr>
        <p:spPr>
          <a:xfrm>
            <a:off x="7783283" y="3415986"/>
            <a:ext cx="1498090" cy="684652"/>
          </a:xfrm>
          <a:prstGeom prst="rect">
            <a:avLst/>
          </a:prstGeom>
          <a:noFill/>
          <a:ln/>
        </p:spPr>
        <p:txBody>
          <a:bodyPr wrap="square" lIns="0" tIns="0" rIns="0" bIns="0" rtlCol="0" anchor="ctr"/>
          <a:lstStyle/>
          <a:p>
            <a:pPr marL="0" indent="0" algn="ctr">
              <a:buNone/>
            </a:pPr>
            <a:r>
              <a:rPr lang="en-US" sz="2500" b="1" dirty="0">
                <a:solidFill>
                  <a:srgbClr val="F8FAFC"/>
                </a:solidFill>
                <a:latin typeface="Times New Roman" panose="02020603050405020304" pitchFamily="18" charset="0"/>
                <a:cs typeface="Times New Roman" panose="02020603050405020304" pitchFamily="18" charset="0"/>
              </a:rPr>
              <a:t>Scales better</a:t>
            </a:r>
            <a:endParaRPr lang="en-US" sz="2500" dirty="0">
              <a:latin typeface="Times New Roman" panose="02020603050405020304" pitchFamily="18" charset="0"/>
              <a:cs typeface="Times New Roman" panose="02020603050405020304" pitchFamily="18" charset="0"/>
            </a:endParaRPr>
          </a:p>
        </p:txBody>
      </p:sp>
      <p:sp>
        <p:nvSpPr>
          <p:cNvPr id="18" name="Shape 16"/>
          <p:cNvSpPr/>
          <p:nvPr/>
        </p:nvSpPr>
        <p:spPr>
          <a:xfrm>
            <a:off x="9438513" y="3168329"/>
            <a:ext cx="2485027" cy="1199386"/>
          </a:xfrm>
          <a:prstGeom prst="chevron">
            <a:avLst/>
          </a:prstGeom>
          <a:solidFill>
            <a:srgbClr val="121F38"/>
          </a:solidFill>
          <a:ln w="15240">
            <a:solidFill>
              <a:srgbClr val="61D394"/>
            </a:solidFill>
            <a:prstDash val="solid"/>
          </a:ln>
        </p:spPr>
        <p:txBody>
          <a:bodyPr/>
          <a:lstStyle/>
          <a:p>
            <a:endParaRPr lang="en-US"/>
          </a:p>
        </p:txBody>
      </p:sp>
      <p:sp>
        <p:nvSpPr>
          <p:cNvPr id="19" name="Text 17"/>
          <p:cNvSpPr/>
          <p:nvPr/>
        </p:nvSpPr>
        <p:spPr>
          <a:xfrm>
            <a:off x="10038945" y="3418058"/>
            <a:ext cx="1480101" cy="670495"/>
          </a:xfrm>
          <a:prstGeom prst="rect">
            <a:avLst/>
          </a:prstGeom>
          <a:noFill/>
          <a:ln/>
        </p:spPr>
        <p:txBody>
          <a:bodyPr wrap="square" lIns="0" tIns="0" rIns="0" bIns="0" rtlCol="0" anchor="ctr"/>
          <a:lstStyle/>
          <a:p>
            <a:pPr marL="0" indent="0" algn="ctr">
              <a:buNone/>
            </a:pPr>
            <a:r>
              <a:rPr lang="en-US" sz="2500" b="1" dirty="0">
                <a:solidFill>
                  <a:srgbClr val="F8FAFC"/>
                </a:solidFill>
                <a:latin typeface="Times New Roman" panose="02020603050405020304" pitchFamily="18" charset="0"/>
                <a:cs typeface="Times New Roman" panose="02020603050405020304" pitchFamily="18" charset="0"/>
              </a:rPr>
              <a:t>Systems use</a:t>
            </a:r>
            <a:endParaRPr lang="en-US" sz="2500" dirty="0">
              <a:latin typeface="Times New Roman" panose="02020603050405020304" pitchFamily="18" charset="0"/>
              <a:cs typeface="Times New Roman" panose="02020603050405020304" pitchFamily="18" charset="0"/>
            </a:endParaRPr>
          </a:p>
        </p:txBody>
      </p:sp>
      <p:sp>
        <p:nvSpPr>
          <p:cNvPr id="20" name="Text 18"/>
          <p:cNvSpPr/>
          <p:nvPr/>
        </p:nvSpPr>
        <p:spPr>
          <a:xfrm>
            <a:off x="268460" y="4754879"/>
            <a:ext cx="11655080" cy="536967"/>
          </a:xfrm>
          <a:prstGeom prst="rect">
            <a:avLst/>
          </a:prstGeom>
          <a:noFill/>
          <a:ln/>
        </p:spPr>
        <p:txBody>
          <a:bodyPr wrap="square" lIns="0" tIns="0" rIns="0" bIns="0" rtlCol="0" anchor="ctr"/>
          <a:lstStyle/>
          <a:p>
            <a:pPr marL="0" indent="0" algn="ctr">
              <a:buNone/>
            </a:pPr>
            <a:r>
              <a:rPr lang="en-US" sz="2500" dirty="0">
                <a:solidFill>
                  <a:schemeClr val="bg1"/>
                </a:solidFill>
                <a:latin typeface="Times New Roman" panose="02020603050405020304" pitchFamily="18" charset="0"/>
                <a:cs typeface="Times New Roman" panose="02020603050405020304" pitchFamily="18" charset="0"/>
              </a:rPr>
              <a:t>Hash tables are essential when performance matters.</a:t>
            </a:r>
          </a:p>
        </p:txBody>
      </p:sp>
      <p:sp>
        <p:nvSpPr>
          <p:cNvPr id="21" name="Shape 0">
            <a:extLst>
              <a:ext uri="{FF2B5EF4-FFF2-40B4-BE49-F238E27FC236}">
                <a16:creationId xmlns:a16="http://schemas.microsoft.com/office/drawing/2014/main" id="{920CCD3D-DDF2-E0C9-3590-CF09C794E4DB}"/>
              </a:ext>
            </a:extLst>
          </p:cNvPr>
          <p:cNvSpPr/>
          <p:nvPr/>
        </p:nvSpPr>
        <p:spPr>
          <a:xfrm>
            <a:off x="-16147" y="-22568"/>
            <a:ext cx="109728" cy="6880568"/>
          </a:xfrm>
          <a:prstGeom prst="rect">
            <a:avLst/>
          </a:prstGeom>
          <a:solidFill>
            <a:srgbClr val="47D7FF"/>
          </a:solidFill>
          <a:ln w="12700">
            <a:solidFill>
              <a:srgbClr val="47D7FF">
                <a:alpha val="0"/>
              </a:srgbClr>
            </a:solidFill>
            <a:prstDash val="solid"/>
          </a:ln>
        </p:spPr>
        <p:txBody>
          <a:bodyPr/>
          <a:lstStyle/>
          <a:p>
            <a:endParaRPr lang="en-US"/>
          </a:p>
        </p:txBody>
      </p:sp>
      <p:sp>
        <p:nvSpPr>
          <p:cNvPr id="22" name="Shape 0">
            <a:extLst>
              <a:ext uri="{FF2B5EF4-FFF2-40B4-BE49-F238E27FC236}">
                <a16:creationId xmlns:a16="http://schemas.microsoft.com/office/drawing/2014/main" id="{8D4B0B50-5FDE-F48E-F2CF-724C59C04D7F}"/>
              </a:ext>
            </a:extLst>
          </p:cNvPr>
          <p:cNvSpPr/>
          <p:nvPr/>
        </p:nvSpPr>
        <p:spPr>
          <a:xfrm>
            <a:off x="12049651" y="-22568"/>
            <a:ext cx="137160" cy="6880568"/>
          </a:xfrm>
          <a:prstGeom prst="rect">
            <a:avLst/>
          </a:prstGeom>
          <a:solidFill>
            <a:srgbClr val="47D7FF"/>
          </a:solidFill>
          <a:ln w="12700">
            <a:solidFill>
              <a:srgbClr val="47D7FF">
                <a:alpha val="0"/>
              </a:srgbClr>
            </a:solidFill>
            <a:prstDash val="solid"/>
          </a:ln>
        </p:spPr>
        <p:txBody>
          <a:bodyPr/>
          <a:lstStyle/>
          <a:p>
            <a:endParaRPr lang="en-US"/>
          </a:p>
        </p:txBody>
      </p:sp>
      <p:sp>
        <p:nvSpPr>
          <p:cNvPr id="3" name="Footer Placeholder 6">
            <a:extLst>
              <a:ext uri="{FF2B5EF4-FFF2-40B4-BE49-F238E27FC236}">
                <a16:creationId xmlns:a16="http://schemas.microsoft.com/office/drawing/2014/main" id="{5532F270-C2B8-5399-EB1A-535920782107}"/>
              </a:ext>
            </a:extLst>
          </p:cNvPr>
          <p:cNvSpPr txBox="1">
            <a:spLocks/>
          </p:cNvSpPr>
          <p:nvPr/>
        </p:nvSpPr>
        <p:spPr>
          <a:xfrm>
            <a:off x="93582" y="6464808"/>
            <a:ext cx="11956069" cy="393192"/>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000" dirty="0">
                <a:solidFill>
                  <a:schemeClr val="bg1"/>
                </a:solidFill>
                <a:latin typeface="Times New Roman" panose="02020603050405020304" pitchFamily="18" charset="0"/>
                <a:cs typeface="Times New Roman" panose="02020603050405020304" pitchFamily="18" charset="0"/>
              </a:rPr>
              <a:t>Julien &amp; Jacobs                                           Data Structures 2: Final Presentation                                                    16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500" fill="hold"/>
                                        <p:tgtEl>
                                          <p:spTgt spid="9"/>
                                        </p:tgtEl>
                                        <p:attrNameLst>
                                          <p:attrName>ppt_x</p:attrName>
                                        </p:attrNameLst>
                                      </p:cBhvr>
                                      <p:tavLst>
                                        <p:tav tm="0">
                                          <p:val>
                                            <p:strVal val="0-#ppt_w/2"/>
                                          </p:val>
                                        </p:tav>
                                        <p:tav tm="100000">
                                          <p:val>
                                            <p:strVal val="#ppt_x"/>
                                          </p:val>
                                        </p:tav>
                                      </p:tavLst>
                                    </p:anim>
                                    <p:anim calcmode="lin" valueType="num">
                                      <p:cBhvr additive="base">
                                        <p:cTn id="8" dur="1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chemeClr val="tx1"/>
        </a:solidFill>
        <a:effectLst/>
      </p:bgPr>
    </p:bg>
    <p:spTree>
      <p:nvGrpSpPr>
        <p:cNvPr id="1" name=""/>
        <p:cNvGrpSpPr/>
        <p:nvPr/>
      </p:nvGrpSpPr>
      <p:grpSpPr>
        <a:xfrm>
          <a:off x="0" y="0"/>
          <a:ext cx="0" cy="0"/>
          <a:chOff x="0" y="0"/>
          <a:chExt cx="0" cy="0"/>
        </a:xfrm>
      </p:grpSpPr>
      <p:sp>
        <p:nvSpPr>
          <p:cNvPr id="6" name="Text 4"/>
          <p:cNvSpPr/>
          <p:nvPr/>
        </p:nvSpPr>
        <p:spPr>
          <a:xfrm>
            <a:off x="566928" y="393192"/>
            <a:ext cx="3108960" cy="256032"/>
          </a:xfrm>
          <a:prstGeom prst="rect">
            <a:avLst/>
          </a:prstGeom>
          <a:noFill/>
          <a:ln/>
        </p:spPr>
        <p:txBody>
          <a:bodyPr wrap="square" lIns="0" tIns="0" rIns="0" bIns="0" rtlCol="0" anchor="ctr"/>
          <a:lstStyle/>
          <a:p>
            <a:pPr marL="0" indent="0">
              <a:buNone/>
            </a:pPr>
            <a:r>
              <a:rPr lang="en-US" sz="1500" b="1" dirty="0">
                <a:solidFill>
                  <a:srgbClr val="47D7FF"/>
                </a:solidFill>
                <a:latin typeface="Times New Roman" panose="02020603050405020304" pitchFamily="18" charset="0"/>
                <a:ea typeface="Times New Roman" pitchFamily="34" charset="-122"/>
                <a:cs typeface="Times New Roman" panose="02020603050405020304" pitchFamily="18" charset="0"/>
              </a:rPr>
              <a:t>DIFFERENT GOALS</a:t>
            </a:r>
            <a:endParaRPr lang="en-US" sz="1500" dirty="0">
              <a:latin typeface="Times New Roman" panose="02020603050405020304" pitchFamily="18" charset="0"/>
              <a:cs typeface="Times New Roman" panose="02020603050405020304" pitchFamily="18" charset="0"/>
            </a:endParaRPr>
          </a:p>
        </p:txBody>
      </p:sp>
      <p:sp>
        <p:nvSpPr>
          <p:cNvPr id="7" name="Text 5"/>
          <p:cNvSpPr/>
          <p:nvPr/>
        </p:nvSpPr>
        <p:spPr>
          <a:xfrm>
            <a:off x="566928" y="658368"/>
            <a:ext cx="9875520" cy="493776"/>
          </a:xfrm>
          <a:prstGeom prst="rect">
            <a:avLst/>
          </a:prstGeom>
          <a:noFill/>
          <a:ln/>
        </p:spPr>
        <p:txBody>
          <a:bodyPr wrap="square" lIns="0" tIns="0" rIns="0" bIns="0" rtlCol="0" anchor="ctr">
            <a:normAutofit/>
          </a:bodyPr>
          <a:lstStyle/>
          <a:p>
            <a:pPr marL="0" indent="0">
              <a:buNone/>
            </a:pPr>
            <a:r>
              <a:rPr lang="en-US" sz="3000" b="1" dirty="0">
                <a:solidFill>
                  <a:schemeClr val="bg1"/>
                </a:solidFill>
                <a:latin typeface="Times New Roman" panose="02020603050405020304" pitchFamily="18" charset="0"/>
                <a:ea typeface="Times New Roman" pitchFamily="34" charset="-122"/>
                <a:cs typeface="Times New Roman" panose="02020603050405020304" pitchFamily="18" charset="0"/>
              </a:rPr>
              <a:t>Hashing vs Password Hashing</a:t>
            </a:r>
            <a:endParaRPr lang="en-US" sz="3000" dirty="0">
              <a:solidFill>
                <a:schemeClr val="bg1"/>
              </a:solidFill>
              <a:latin typeface="Times New Roman" panose="02020603050405020304" pitchFamily="18" charset="0"/>
              <a:cs typeface="Times New Roman" panose="02020603050405020304" pitchFamily="18" charset="0"/>
            </a:endParaRPr>
          </a:p>
        </p:txBody>
      </p:sp>
      <p:sp>
        <p:nvSpPr>
          <p:cNvPr id="8" name="Shape 6"/>
          <p:cNvSpPr/>
          <p:nvPr/>
        </p:nvSpPr>
        <p:spPr>
          <a:xfrm>
            <a:off x="566928" y="1261872"/>
            <a:ext cx="1051560" cy="0"/>
          </a:xfrm>
          <a:prstGeom prst="line">
            <a:avLst/>
          </a:prstGeom>
          <a:noFill/>
          <a:ln w="25400">
            <a:solidFill>
              <a:srgbClr val="47D7FF"/>
            </a:solidFill>
            <a:prstDash val="solid"/>
            <a:headEnd type="none"/>
            <a:tailEnd type="none"/>
          </a:ln>
        </p:spPr>
        <p:txBody>
          <a:bodyPr/>
          <a:lstStyle/>
          <a:p>
            <a:endParaRPr lang="en-US"/>
          </a:p>
        </p:txBody>
      </p:sp>
      <p:sp>
        <p:nvSpPr>
          <p:cNvPr id="9" name="Text 7"/>
          <p:cNvSpPr/>
          <p:nvPr/>
        </p:nvSpPr>
        <p:spPr>
          <a:xfrm>
            <a:off x="566927" y="1444752"/>
            <a:ext cx="6874727" cy="475488"/>
          </a:xfrm>
          <a:prstGeom prst="rect">
            <a:avLst/>
          </a:prstGeom>
          <a:noFill/>
          <a:ln/>
        </p:spPr>
        <p:txBody>
          <a:bodyPr wrap="square" lIns="254" tIns="254" rIns="254" bIns="254" rtlCol="0" anchor="ctr">
            <a:noAutofit/>
          </a:bodyPr>
          <a:lstStyle/>
          <a:p>
            <a:pPr marL="0" indent="0">
              <a:buNone/>
            </a:pPr>
            <a:r>
              <a:rPr lang="en-US" sz="2500" dirty="0">
                <a:solidFill>
                  <a:schemeClr val="bg1"/>
                </a:solidFill>
                <a:latin typeface="Times New Roman" panose="02020603050405020304" pitchFamily="18" charset="0"/>
                <a:ea typeface="Times New Roman" pitchFamily="34" charset="-122"/>
                <a:cs typeface="Times New Roman" panose="02020603050405020304" pitchFamily="18" charset="0"/>
              </a:rPr>
              <a:t>Both use hashing, but their design goals are different.</a:t>
            </a:r>
            <a:endParaRPr lang="en-US" sz="2500" dirty="0">
              <a:solidFill>
                <a:schemeClr val="bg1"/>
              </a:solidFill>
              <a:latin typeface="Times New Roman" panose="02020603050405020304" pitchFamily="18" charset="0"/>
              <a:cs typeface="Times New Roman" panose="02020603050405020304" pitchFamily="18" charset="0"/>
            </a:endParaRPr>
          </a:p>
        </p:txBody>
      </p:sp>
      <p:sp>
        <p:nvSpPr>
          <p:cNvPr id="10" name="Text 8"/>
          <p:cNvSpPr/>
          <p:nvPr/>
        </p:nvSpPr>
        <p:spPr>
          <a:xfrm>
            <a:off x="1024128" y="2212848"/>
            <a:ext cx="3931920" cy="420624"/>
          </a:xfrm>
          <a:prstGeom prst="rect">
            <a:avLst/>
          </a:prstGeom>
          <a:noFill/>
          <a:ln/>
        </p:spPr>
        <p:txBody>
          <a:bodyPr wrap="square" lIns="0" tIns="0" rIns="0" bIns="0" rtlCol="0" anchor="ctr"/>
          <a:lstStyle/>
          <a:p>
            <a:pPr marL="0" indent="0" algn="ctr">
              <a:buNone/>
            </a:pPr>
            <a:r>
              <a:rPr lang="en-US" sz="2500" b="1" dirty="0">
                <a:solidFill>
                  <a:srgbClr val="47D7FF"/>
                </a:solidFill>
                <a:latin typeface="Times New Roman" panose="02020603050405020304" pitchFamily="18" charset="0"/>
                <a:cs typeface="Times New Roman" panose="02020603050405020304" pitchFamily="18" charset="0"/>
              </a:rPr>
              <a:t>Data structure hashing</a:t>
            </a:r>
            <a:endParaRPr lang="en-US" sz="2500" dirty="0">
              <a:latin typeface="Times New Roman" panose="02020603050405020304" pitchFamily="18" charset="0"/>
              <a:cs typeface="Times New Roman" panose="02020603050405020304" pitchFamily="18" charset="0"/>
            </a:endParaRPr>
          </a:p>
        </p:txBody>
      </p:sp>
      <p:sp>
        <p:nvSpPr>
          <p:cNvPr id="11" name="Shape 9"/>
          <p:cNvSpPr/>
          <p:nvPr/>
        </p:nvSpPr>
        <p:spPr>
          <a:xfrm>
            <a:off x="1060704" y="2761488"/>
            <a:ext cx="3931920" cy="566928"/>
          </a:xfrm>
          <a:prstGeom prst="roundRect">
            <a:avLst>
              <a:gd name="adj" fmla="val 9677"/>
            </a:avLst>
          </a:prstGeom>
          <a:solidFill>
            <a:srgbClr val="121F38"/>
          </a:solidFill>
          <a:ln w="15240">
            <a:solidFill>
              <a:srgbClr val="47D7FF">
                <a:alpha val="90000"/>
              </a:srgbClr>
            </a:solidFill>
            <a:prstDash val="solid"/>
          </a:ln>
        </p:spPr>
        <p:txBody>
          <a:bodyPr/>
          <a:lstStyle/>
          <a:p>
            <a:endParaRPr lang="en-US"/>
          </a:p>
        </p:txBody>
      </p:sp>
      <p:sp>
        <p:nvSpPr>
          <p:cNvPr id="12" name="Text 10"/>
          <p:cNvSpPr/>
          <p:nvPr/>
        </p:nvSpPr>
        <p:spPr>
          <a:xfrm>
            <a:off x="1133856" y="2825496"/>
            <a:ext cx="3785616" cy="438912"/>
          </a:xfrm>
          <a:prstGeom prst="rect">
            <a:avLst/>
          </a:prstGeom>
          <a:noFill/>
          <a:ln/>
        </p:spPr>
        <p:txBody>
          <a:bodyPr wrap="square" lIns="381" tIns="381" rIns="381" bIns="381" rtlCol="0" anchor="ctr">
            <a:normAutofit/>
          </a:bodyPr>
          <a:lstStyle/>
          <a:p>
            <a:pPr marL="0" indent="0" algn="ctr">
              <a:buNone/>
            </a:pPr>
            <a:r>
              <a:rPr lang="en-US" sz="2000" b="1" dirty="0">
                <a:solidFill>
                  <a:srgbClr val="F8FAFC"/>
                </a:solidFill>
                <a:latin typeface="Times New Roman" panose="02020603050405020304" pitchFamily="18" charset="0"/>
                <a:ea typeface="Times New Roman" pitchFamily="34" charset="-122"/>
                <a:cs typeface="Times New Roman" panose="02020603050405020304" pitchFamily="18" charset="0"/>
              </a:rPr>
              <a:t>Goal: speed + efficiency</a:t>
            </a:r>
            <a:endParaRPr lang="en-US" sz="2000" dirty="0">
              <a:latin typeface="Times New Roman" panose="02020603050405020304" pitchFamily="18" charset="0"/>
              <a:cs typeface="Times New Roman" panose="02020603050405020304" pitchFamily="18" charset="0"/>
            </a:endParaRPr>
          </a:p>
        </p:txBody>
      </p:sp>
      <p:sp>
        <p:nvSpPr>
          <p:cNvPr id="13" name="Shape 11"/>
          <p:cNvSpPr/>
          <p:nvPr/>
        </p:nvSpPr>
        <p:spPr>
          <a:xfrm>
            <a:off x="1060704" y="3493008"/>
            <a:ext cx="3931920" cy="566928"/>
          </a:xfrm>
          <a:prstGeom prst="roundRect">
            <a:avLst>
              <a:gd name="adj" fmla="val 9677"/>
            </a:avLst>
          </a:prstGeom>
          <a:solidFill>
            <a:srgbClr val="121F38"/>
          </a:solidFill>
          <a:ln w="15240">
            <a:solidFill>
              <a:srgbClr val="61D394">
                <a:alpha val="90000"/>
              </a:srgbClr>
            </a:solidFill>
            <a:prstDash val="solid"/>
          </a:ln>
        </p:spPr>
        <p:txBody>
          <a:bodyPr/>
          <a:lstStyle/>
          <a:p>
            <a:endParaRPr lang="en-US"/>
          </a:p>
        </p:txBody>
      </p:sp>
      <p:sp>
        <p:nvSpPr>
          <p:cNvPr id="14" name="Text 12"/>
          <p:cNvSpPr/>
          <p:nvPr/>
        </p:nvSpPr>
        <p:spPr>
          <a:xfrm>
            <a:off x="1133856" y="3557016"/>
            <a:ext cx="3785616" cy="438912"/>
          </a:xfrm>
          <a:prstGeom prst="rect">
            <a:avLst/>
          </a:prstGeom>
          <a:noFill/>
          <a:ln/>
        </p:spPr>
        <p:txBody>
          <a:bodyPr wrap="square" lIns="381" tIns="381" rIns="381" bIns="381" rtlCol="0" anchor="ctr">
            <a:normAutofit/>
          </a:bodyPr>
          <a:lstStyle/>
          <a:p>
            <a:pPr marL="0" indent="0" algn="ctr">
              <a:buNone/>
            </a:pPr>
            <a:r>
              <a:rPr lang="en-US" sz="2000" b="1" dirty="0">
                <a:solidFill>
                  <a:srgbClr val="F8FAFC"/>
                </a:solidFill>
                <a:latin typeface="Times New Roman" panose="02020603050405020304" pitchFamily="18" charset="0"/>
                <a:ea typeface="Times New Roman" pitchFamily="34" charset="-122"/>
                <a:cs typeface="Times New Roman" panose="02020603050405020304" pitchFamily="18" charset="0"/>
              </a:rPr>
              <a:t>Supports insert, retrieve, delete</a:t>
            </a:r>
            <a:endParaRPr lang="en-US" sz="2000" dirty="0">
              <a:latin typeface="Times New Roman" panose="02020603050405020304" pitchFamily="18" charset="0"/>
              <a:cs typeface="Times New Roman" panose="02020603050405020304" pitchFamily="18" charset="0"/>
            </a:endParaRPr>
          </a:p>
        </p:txBody>
      </p:sp>
      <p:sp>
        <p:nvSpPr>
          <p:cNvPr id="15" name="Shape 13"/>
          <p:cNvSpPr/>
          <p:nvPr/>
        </p:nvSpPr>
        <p:spPr>
          <a:xfrm>
            <a:off x="1060704" y="4224528"/>
            <a:ext cx="3931920" cy="566928"/>
          </a:xfrm>
          <a:prstGeom prst="roundRect">
            <a:avLst>
              <a:gd name="adj" fmla="val 9677"/>
            </a:avLst>
          </a:prstGeom>
          <a:solidFill>
            <a:srgbClr val="121F38"/>
          </a:solidFill>
          <a:ln w="15240">
            <a:solidFill>
              <a:srgbClr val="B4F564">
                <a:alpha val="90000"/>
              </a:srgbClr>
            </a:solidFill>
            <a:prstDash val="solid"/>
          </a:ln>
        </p:spPr>
        <p:txBody>
          <a:bodyPr/>
          <a:lstStyle/>
          <a:p>
            <a:endParaRPr lang="en-US"/>
          </a:p>
        </p:txBody>
      </p:sp>
      <p:sp>
        <p:nvSpPr>
          <p:cNvPr id="16" name="Text 14"/>
          <p:cNvSpPr/>
          <p:nvPr/>
        </p:nvSpPr>
        <p:spPr>
          <a:xfrm>
            <a:off x="1133856" y="4288536"/>
            <a:ext cx="3785616" cy="438912"/>
          </a:xfrm>
          <a:prstGeom prst="rect">
            <a:avLst/>
          </a:prstGeom>
          <a:noFill/>
          <a:ln/>
        </p:spPr>
        <p:txBody>
          <a:bodyPr wrap="square" lIns="381" tIns="381" rIns="381" bIns="381" rtlCol="0" anchor="ctr">
            <a:normAutofit/>
          </a:bodyPr>
          <a:lstStyle/>
          <a:p>
            <a:pPr marL="0" indent="0" algn="ctr">
              <a:buNone/>
            </a:pPr>
            <a:r>
              <a:rPr lang="en-US" sz="2000" b="1" dirty="0">
                <a:solidFill>
                  <a:srgbClr val="F8FAFC"/>
                </a:solidFill>
                <a:latin typeface="Times New Roman" panose="02020603050405020304" pitchFamily="18" charset="0"/>
                <a:ea typeface="Times New Roman" pitchFamily="34" charset="-122"/>
                <a:cs typeface="Times New Roman" panose="02020603050405020304" pitchFamily="18" charset="0"/>
              </a:rPr>
              <a:t>Fast computation matters</a:t>
            </a:r>
            <a:endParaRPr lang="en-US" sz="2000" dirty="0">
              <a:latin typeface="Times New Roman" panose="02020603050405020304" pitchFamily="18" charset="0"/>
              <a:cs typeface="Times New Roman" panose="02020603050405020304" pitchFamily="18" charset="0"/>
            </a:endParaRPr>
          </a:p>
        </p:txBody>
      </p:sp>
      <p:sp>
        <p:nvSpPr>
          <p:cNvPr id="17" name="Shape 15"/>
          <p:cNvSpPr/>
          <p:nvPr/>
        </p:nvSpPr>
        <p:spPr>
          <a:xfrm>
            <a:off x="6089904" y="2148840"/>
            <a:ext cx="0" cy="3383280"/>
          </a:xfrm>
          <a:prstGeom prst="line">
            <a:avLst/>
          </a:prstGeom>
          <a:noFill/>
          <a:ln w="15240">
            <a:solidFill>
              <a:srgbClr val="6B7895">
                <a:alpha val="70000"/>
              </a:srgbClr>
            </a:solidFill>
            <a:prstDash val="solid"/>
          </a:ln>
        </p:spPr>
        <p:txBody>
          <a:bodyPr/>
          <a:lstStyle/>
          <a:p>
            <a:endParaRPr lang="en-US"/>
          </a:p>
        </p:txBody>
      </p:sp>
      <p:sp>
        <p:nvSpPr>
          <p:cNvPr id="18" name="Text 16"/>
          <p:cNvSpPr/>
          <p:nvPr/>
        </p:nvSpPr>
        <p:spPr>
          <a:xfrm>
            <a:off x="6784848" y="2212848"/>
            <a:ext cx="3931920" cy="420624"/>
          </a:xfrm>
          <a:prstGeom prst="rect">
            <a:avLst/>
          </a:prstGeom>
          <a:noFill/>
          <a:ln/>
        </p:spPr>
        <p:txBody>
          <a:bodyPr wrap="square" lIns="0" tIns="0" rIns="0" bIns="0" rtlCol="0" anchor="ctr"/>
          <a:lstStyle/>
          <a:p>
            <a:pPr marL="0" indent="0" algn="ctr">
              <a:buNone/>
            </a:pPr>
            <a:r>
              <a:rPr lang="en-US" sz="2500" b="1" dirty="0">
                <a:solidFill>
                  <a:srgbClr val="FF5B9A"/>
                </a:solidFill>
                <a:latin typeface="Times New Roman" panose="02020603050405020304" pitchFamily="18" charset="0"/>
                <a:cs typeface="Times New Roman" panose="02020603050405020304" pitchFamily="18" charset="0"/>
              </a:rPr>
              <a:t>Password hashing</a:t>
            </a:r>
            <a:endParaRPr lang="en-US" sz="2500" dirty="0">
              <a:latin typeface="Times New Roman" panose="02020603050405020304" pitchFamily="18" charset="0"/>
              <a:cs typeface="Times New Roman" panose="02020603050405020304" pitchFamily="18" charset="0"/>
            </a:endParaRPr>
          </a:p>
        </p:txBody>
      </p:sp>
      <p:sp>
        <p:nvSpPr>
          <p:cNvPr id="19" name="Shape 17"/>
          <p:cNvSpPr/>
          <p:nvPr/>
        </p:nvSpPr>
        <p:spPr>
          <a:xfrm>
            <a:off x="6821424" y="2761488"/>
            <a:ext cx="3931920" cy="566928"/>
          </a:xfrm>
          <a:prstGeom prst="roundRect">
            <a:avLst>
              <a:gd name="adj" fmla="val 9677"/>
            </a:avLst>
          </a:prstGeom>
          <a:solidFill>
            <a:srgbClr val="121F38"/>
          </a:solidFill>
          <a:ln w="15240">
            <a:solidFill>
              <a:srgbClr val="FF5B9A">
                <a:alpha val="90000"/>
              </a:srgbClr>
            </a:solidFill>
            <a:prstDash val="solid"/>
          </a:ln>
        </p:spPr>
        <p:txBody>
          <a:bodyPr/>
          <a:lstStyle/>
          <a:p>
            <a:endParaRPr lang="en-US"/>
          </a:p>
        </p:txBody>
      </p:sp>
      <p:sp>
        <p:nvSpPr>
          <p:cNvPr id="20" name="Text 18"/>
          <p:cNvSpPr/>
          <p:nvPr/>
        </p:nvSpPr>
        <p:spPr>
          <a:xfrm>
            <a:off x="6894576" y="2825496"/>
            <a:ext cx="3785616" cy="438912"/>
          </a:xfrm>
          <a:prstGeom prst="rect">
            <a:avLst/>
          </a:prstGeom>
          <a:noFill/>
          <a:ln/>
        </p:spPr>
        <p:txBody>
          <a:bodyPr wrap="square" lIns="381" tIns="381" rIns="381" bIns="381" rtlCol="0" anchor="ctr">
            <a:normAutofit/>
          </a:bodyPr>
          <a:lstStyle/>
          <a:p>
            <a:pPr marL="0" indent="0" algn="ctr">
              <a:buNone/>
            </a:pPr>
            <a:r>
              <a:rPr lang="en-US" sz="2000" b="1" dirty="0">
                <a:solidFill>
                  <a:srgbClr val="F8FAFC"/>
                </a:solidFill>
                <a:latin typeface="Times New Roman" panose="02020603050405020304" pitchFamily="18" charset="0"/>
                <a:ea typeface="Times New Roman" pitchFamily="34" charset="-122"/>
                <a:cs typeface="Times New Roman" panose="02020603050405020304" pitchFamily="18" charset="0"/>
              </a:rPr>
              <a:t>Goal: security protection</a:t>
            </a:r>
            <a:endParaRPr lang="en-US" sz="2000" dirty="0">
              <a:latin typeface="Times New Roman" panose="02020603050405020304" pitchFamily="18" charset="0"/>
              <a:cs typeface="Times New Roman" panose="02020603050405020304" pitchFamily="18" charset="0"/>
            </a:endParaRPr>
          </a:p>
        </p:txBody>
      </p:sp>
      <p:sp>
        <p:nvSpPr>
          <p:cNvPr id="21" name="Shape 19"/>
          <p:cNvSpPr/>
          <p:nvPr/>
        </p:nvSpPr>
        <p:spPr>
          <a:xfrm>
            <a:off x="6821424" y="3493008"/>
            <a:ext cx="3931920" cy="566928"/>
          </a:xfrm>
          <a:prstGeom prst="roundRect">
            <a:avLst>
              <a:gd name="adj" fmla="val 9677"/>
            </a:avLst>
          </a:prstGeom>
          <a:solidFill>
            <a:srgbClr val="121F38"/>
          </a:solidFill>
          <a:ln w="15240">
            <a:solidFill>
              <a:srgbClr val="FF6B6B">
                <a:alpha val="90000"/>
              </a:srgbClr>
            </a:solidFill>
            <a:prstDash val="solid"/>
          </a:ln>
        </p:spPr>
        <p:txBody>
          <a:bodyPr/>
          <a:lstStyle/>
          <a:p>
            <a:endParaRPr lang="en-US"/>
          </a:p>
        </p:txBody>
      </p:sp>
      <p:sp>
        <p:nvSpPr>
          <p:cNvPr id="22" name="Text 20"/>
          <p:cNvSpPr/>
          <p:nvPr/>
        </p:nvSpPr>
        <p:spPr>
          <a:xfrm>
            <a:off x="6894576" y="3557016"/>
            <a:ext cx="3785616" cy="438912"/>
          </a:xfrm>
          <a:prstGeom prst="rect">
            <a:avLst/>
          </a:prstGeom>
          <a:noFill/>
          <a:ln/>
        </p:spPr>
        <p:txBody>
          <a:bodyPr wrap="square" lIns="381" tIns="381" rIns="381" bIns="381" rtlCol="0" anchor="ctr">
            <a:normAutofit/>
          </a:bodyPr>
          <a:lstStyle/>
          <a:p>
            <a:pPr marL="0" indent="0" algn="ctr">
              <a:buNone/>
            </a:pPr>
            <a:r>
              <a:rPr lang="en-US" sz="2000" b="1" dirty="0">
                <a:solidFill>
                  <a:srgbClr val="F8FAFC"/>
                </a:solidFill>
                <a:latin typeface="Times New Roman" panose="02020603050405020304" pitchFamily="18" charset="0"/>
                <a:ea typeface="Times New Roman" pitchFamily="34" charset="-122"/>
                <a:cs typeface="Times New Roman" panose="02020603050405020304" pitchFamily="18" charset="0"/>
              </a:rPr>
              <a:t>Resists reverse computation</a:t>
            </a:r>
            <a:endParaRPr lang="en-US" sz="2000" dirty="0">
              <a:latin typeface="Times New Roman" panose="02020603050405020304" pitchFamily="18" charset="0"/>
              <a:cs typeface="Times New Roman" panose="02020603050405020304" pitchFamily="18" charset="0"/>
            </a:endParaRPr>
          </a:p>
        </p:txBody>
      </p:sp>
      <p:sp>
        <p:nvSpPr>
          <p:cNvPr id="23" name="Shape 21"/>
          <p:cNvSpPr/>
          <p:nvPr/>
        </p:nvSpPr>
        <p:spPr>
          <a:xfrm>
            <a:off x="6821424" y="4224528"/>
            <a:ext cx="3931920" cy="566928"/>
          </a:xfrm>
          <a:prstGeom prst="roundRect">
            <a:avLst>
              <a:gd name="adj" fmla="val 9677"/>
            </a:avLst>
          </a:prstGeom>
          <a:solidFill>
            <a:srgbClr val="121F38"/>
          </a:solidFill>
          <a:ln w="15240">
            <a:solidFill>
              <a:srgbClr val="FFB86B">
                <a:alpha val="90000"/>
              </a:srgbClr>
            </a:solidFill>
            <a:prstDash val="solid"/>
          </a:ln>
        </p:spPr>
        <p:txBody>
          <a:bodyPr/>
          <a:lstStyle/>
          <a:p>
            <a:endParaRPr lang="en-US"/>
          </a:p>
        </p:txBody>
      </p:sp>
      <p:sp>
        <p:nvSpPr>
          <p:cNvPr id="24" name="Text 22"/>
          <p:cNvSpPr/>
          <p:nvPr/>
        </p:nvSpPr>
        <p:spPr>
          <a:xfrm>
            <a:off x="6894576" y="4288536"/>
            <a:ext cx="3785616" cy="438912"/>
          </a:xfrm>
          <a:prstGeom prst="rect">
            <a:avLst/>
          </a:prstGeom>
          <a:noFill/>
          <a:ln/>
        </p:spPr>
        <p:txBody>
          <a:bodyPr wrap="square" lIns="381" tIns="381" rIns="381" bIns="381" rtlCol="0" anchor="ctr">
            <a:normAutofit/>
          </a:bodyPr>
          <a:lstStyle/>
          <a:p>
            <a:pPr marL="0" indent="0" algn="ctr">
              <a:buNone/>
            </a:pPr>
            <a:r>
              <a:rPr lang="en-US" sz="2000" b="1" dirty="0">
                <a:solidFill>
                  <a:srgbClr val="F8FAFC"/>
                </a:solidFill>
                <a:latin typeface="Times New Roman" panose="02020603050405020304" pitchFamily="18" charset="0"/>
                <a:ea typeface="Times New Roman" pitchFamily="34" charset="-122"/>
                <a:cs typeface="Times New Roman" panose="02020603050405020304" pitchFamily="18" charset="0"/>
              </a:rPr>
              <a:t>Protects sensitive data</a:t>
            </a:r>
            <a:endParaRPr lang="en-US" sz="2000" dirty="0">
              <a:latin typeface="Times New Roman" panose="02020603050405020304" pitchFamily="18" charset="0"/>
              <a:cs typeface="Times New Roman" panose="02020603050405020304" pitchFamily="18" charset="0"/>
            </a:endParaRPr>
          </a:p>
        </p:txBody>
      </p:sp>
      <p:sp>
        <p:nvSpPr>
          <p:cNvPr id="25" name="Text 23"/>
          <p:cNvSpPr/>
          <p:nvPr/>
        </p:nvSpPr>
        <p:spPr>
          <a:xfrm>
            <a:off x="1060704" y="5660136"/>
            <a:ext cx="10058400" cy="475488"/>
          </a:xfrm>
          <a:prstGeom prst="rect">
            <a:avLst/>
          </a:prstGeom>
          <a:noFill/>
          <a:ln/>
        </p:spPr>
        <p:txBody>
          <a:bodyPr wrap="square" lIns="0" tIns="0" rIns="0" bIns="0" rtlCol="0" anchor="ctr"/>
          <a:lstStyle/>
          <a:p>
            <a:pPr marL="0" indent="0" algn="ctr">
              <a:buNone/>
            </a:pPr>
            <a:r>
              <a:rPr lang="en-US" sz="2500" dirty="0">
                <a:solidFill>
                  <a:schemeClr val="bg1"/>
                </a:solidFill>
                <a:latin typeface="Times New Roman" panose="02020603050405020304" pitchFamily="18" charset="0"/>
                <a:cs typeface="Times New Roman" panose="02020603050405020304" pitchFamily="18" charset="0"/>
              </a:rPr>
              <a:t>Same word, different design priorities.</a:t>
            </a:r>
          </a:p>
        </p:txBody>
      </p:sp>
      <p:sp>
        <p:nvSpPr>
          <p:cNvPr id="26" name="Shape 0">
            <a:extLst>
              <a:ext uri="{FF2B5EF4-FFF2-40B4-BE49-F238E27FC236}">
                <a16:creationId xmlns:a16="http://schemas.microsoft.com/office/drawing/2014/main" id="{19C4B6DA-F91F-794E-02D7-598C7394719F}"/>
              </a:ext>
            </a:extLst>
          </p:cNvPr>
          <p:cNvSpPr/>
          <p:nvPr/>
        </p:nvSpPr>
        <p:spPr>
          <a:xfrm>
            <a:off x="-16147" y="-22568"/>
            <a:ext cx="109728" cy="6880568"/>
          </a:xfrm>
          <a:prstGeom prst="rect">
            <a:avLst/>
          </a:prstGeom>
          <a:solidFill>
            <a:srgbClr val="47D7FF"/>
          </a:solidFill>
          <a:ln w="12700">
            <a:solidFill>
              <a:srgbClr val="47D7FF">
                <a:alpha val="0"/>
              </a:srgbClr>
            </a:solidFill>
            <a:prstDash val="solid"/>
          </a:ln>
        </p:spPr>
        <p:txBody>
          <a:bodyPr/>
          <a:lstStyle/>
          <a:p>
            <a:endParaRPr lang="en-US"/>
          </a:p>
        </p:txBody>
      </p:sp>
      <p:sp>
        <p:nvSpPr>
          <p:cNvPr id="27" name="Shape 0">
            <a:extLst>
              <a:ext uri="{FF2B5EF4-FFF2-40B4-BE49-F238E27FC236}">
                <a16:creationId xmlns:a16="http://schemas.microsoft.com/office/drawing/2014/main" id="{FBFA6729-1FAF-3B51-215A-FB0EBF06D60B}"/>
              </a:ext>
            </a:extLst>
          </p:cNvPr>
          <p:cNvSpPr/>
          <p:nvPr/>
        </p:nvSpPr>
        <p:spPr>
          <a:xfrm>
            <a:off x="12049651" y="-22568"/>
            <a:ext cx="137160" cy="6880568"/>
          </a:xfrm>
          <a:prstGeom prst="rect">
            <a:avLst/>
          </a:prstGeom>
          <a:solidFill>
            <a:srgbClr val="47D7FF"/>
          </a:solidFill>
          <a:ln w="12700">
            <a:solidFill>
              <a:srgbClr val="47D7FF">
                <a:alpha val="0"/>
              </a:srgbClr>
            </a:solidFill>
            <a:prstDash val="solid"/>
          </a:ln>
        </p:spPr>
        <p:txBody>
          <a:bodyPr/>
          <a:lstStyle/>
          <a:p>
            <a:endParaRPr lang="en-US"/>
          </a:p>
        </p:txBody>
      </p:sp>
      <p:sp>
        <p:nvSpPr>
          <p:cNvPr id="3" name="Footer Placeholder 6">
            <a:extLst>
              <a:ext uri="{FF2B5EF4-FFF2-40B4-BE49-F238E27FC236}">
                <a16:creationId xmlns:a16="http://schemas.microsoft.com/office/drawing/2014/main" id="{20FAC1C5-BF81-CBE7-91B9-CA3BA61D9972}"/>
              </a:ext>
            </a:extLst>
          </p:cNvPr>
          <p:cNvSpPr txBox="1">
            <a:spLocks/>
          </p:cNvSpPr>
          <p:nvPr/>
        </p:nvSpPr>
        <p:spPr>
          <a:xfrm>
            <a:off x="93582" y="6464808"/>
            <a:ext cx="11956069" cy="393192"/>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000" dirty="0">
                <a:solidFill>
                  <a:schemeClr val="bg1"/>
                </a:solidFill>
                <a:latin typeface="Times New Roman" panose="02020603050405020304" pitchFamily="18" charset="0"/>
                <a:cs typeface="Times New Roman" panose="02020603050405020304" pitchFamily="18" charset="0"/>
              </a:rPr>
              <a:t>Julien &amp; Jacobs                                           Data Structures 2: Final Presentation                                                    17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500" fill="hold"/>
                                        <p:tgtEl>
                                          <p:spTgt spid="9"/>
                                        </p:tgtEl>
                                        <p:attrNameLst>
                                          <p:attrName>ppt_x</p:attrName>
                                        </p:attrNameLst>
                                      </p:cBhvr>
                                      <p:tavLst>
                                        <p:tav tm="0">
                                          <p:val>
                                            <p:strVal val="0-#ppt_w/2"/>
                                          </p:val>
                                        </p:tav>
                                        <p:tav tm="100000">
                                          <p:val>
                                            <p:strVal val="#ppt_x"/>
                                          </p:val>
                                        </p:tav>
                                      </p:tavLst>
                                    </p:anim>
                                    <p:anim calcmode="lin" valueType="num">
                                      <p:cBhvr additive="base">
                                        <p:cTn id="8" dur="1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C1DD645-0D0D-295F-57AA-C4CC88D22F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17BDC3-AF18-AAEC-CB5D-727CB82D9A0F}"/>
              </a:ext>
            </a:extLst>
          </p:cNvPr>
          <p:cNvSpPr>
            <a:spLocks noGrp="1"/>
          </p:cNvSpPr>
          <p:nvPr>
            <p:ph type="title"/>
          </p:nvPr>
        </p:nvSpPr>
        <p:spPr/>
        <p:txBody>
          <a:bodyPr>
            <a:normAutofit/>
          </a:bodyPr>
          <a:lstStyle/>
          <a:p>
            <a:pPr algn="ctr"/>
            <a:r>
              <a:rPr lang="en-US" sz="6000" dirty="0">
                <a:solidFill>
                  <a:schemeClr val="bg1"/>
                </a:solidFill>
                <a:latin typeface="Times New Roman" panose="02020603050405020304" pitchFamily="18" charset="0"/>
                <a:cs typeface="Times New Roman" panose="02020603050405020304" pitchFamily="18" charset="0"/>
              </a:rPr>
              <a:t>References</a:t>
            </a:r>
            <a:endParaRPr lang="en-US" sz="6000" dirty="0">
              <a:solidFill>
                <a:schemeClr val="bg1"/>
              </a:solidFill>
            </a:endParaRPr>
          </a:p>
        </p:txBody>
      </p:sp>
      <p:sp>
        <p:nvSpPr>
          <p:cNvPr id="3" name="Content Placeholder 2">
            <a:extLst>
              <a:ext uri="{FF2B5EF4-FFF2-40B4-BE49-F238E27FC236}">
                <a16:creationId xmlns:a16="http://schemas.microsoft.com/office/drawing/2014/main" id="{75BAAA11-B249-2118-53DB-B42D5B58D655}"/>
              </a:ext>
            </a:extLst>
          </p:cNvPr>
          <p:cNvSpPr>
            <a:spLocks noGrp="1"/>
          </p:cNvSpPr>
          <p:nvPr>
            <p:ph idx="1"/>
          </p:nvPr>
        </p:nvSpPr>
        <p:spPr>
          <a:xfrm>
            <a:off x="492868" y="1825625"/>
            <a:ext cx="11206264" cy="4195796"/>
          </a:xfrm>
        </p:spPr>
        <p:txBody>
          <a:bodyPr>
            <a:noAutofit/>
          </a:bodyPr>
          <a:lstStyle/>
          <a:p>
            <a:pPr>
              <a:lnSpc>
                <a:spcPct val="100000"/>
              </a:lnSpc>
            </a:pPr>
            <a:r>
              <a:rPr lang="en-US" sz="2000" u="sng" dirty="0">
                <a:solidFill>
                  <a:srgbClr val="002060"/>
                </a:solidFill>
                <a:latin typeface="Times New Roman" panose="02020603050405020304" pitchFamily="18" charset="0"/>
                <a:cs typeface="Times New Roman" panose="02020603050405020304" pitchFamily="18" charset="0"/>
                <a:hlinkClick r:id="rId2" tooltip="App 12 Hash Tables - linked list.pdf">
                  <a:extLst>
                    <a:ext uri="{A12FA001-AC4F-418D-AE19-62706E023703}">
                      <ahyp:hlinkClr xmlns:ahyp="http://schemas.microsoft.com/office/drawing/2018/hyperlinkcolor" val="tx"/>
                    </a:ext>
                  </a:extLst>
                </a:hlinkClick>
              </a:rPr>
              <a:t>App 12 Hash Tables - linked list.pdf</a:t>
            </a:r>
            <a:endParaRPr lang="en-US" sz="2000" u="sng" dirty="0">
              <a:solidFill>
                <a:srgbClr val="002060"/>
              </a:solidFill>
              <a:latin typeface="Times New Roman" panose="02020603050405020304" pitchFamily="18" charset="0"/>
              <a:cs typeface="Times New Roman" panose="02020603050405020304" pitchFamily="18" charset="0"/>
            </a:endParaRPr>
          </a:p>
          <a:p>
            <a:r>
              <a:rPr lang="en-US" sz="2000" dirty="0" err="1">
                <a:solidFill>
                  <a:schemeClr val="bg1"/>
                </a:solidFill>
                <a:latin typeface="Times New Roman" panose="02020603050405020304" pitchFamily="18" charset="0"/>
                <a:cs typeface="Times New Roman" panose="02020603050405020304" pitchFamily="18" charset="0"/>
              </a:rPr>
              <a:t>GeeksforGeeks</a:t>
            </a:r>
            <a:r>
              <a:rPr lang="en-US" sz="2000" dirty="0">
                <a:solidFill>
                  <a:schemeClr val="bg1"/>
                </a:solidFill>
                <a:latin typeface="Times New Roman" panose="02020603050405020304" pitchFamily="18" charset="0"/>
                <a:cs typeface="Times New Roman" panose="02020603050405020304" pitchFamily="18" charset="0"/>
              </a:rPr>
              <a:t>. (2023, January 5). </a:t>
            </a:r>
            <a:r>
              <a:rPr lang="en-US" sz="2000" i="1" dirty="0">
                <a:solidFill>
                  <a:schemeClr val="bg1"/>
                </a:solidFill>
                <a:latin typeface="Times New Roman" panose="02020603050405020304" pitchFamily="18" charset="0"/>
                <a:cs typeface="Times New Roman" panose="02020603050405020304" pitchFamily="18" charset="0"/>
              </a:rPr>
              <a:t>Implementation of Hash Table in C/C++ using Separate Chaining</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GeeksforGeeks</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a:solidFill>
                  <a:srgbClr val="002060"/>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https://www.geeksforgeeks.org/dsa/implementation-of-hash-table-in-c-using-separate-chaining/</a:t>
            </a:r>
            <a:endParaRPr lang="en-US" sz="2000" dirty="0">
              <a:solidFill>
                <a:srgbClr val="002060"/>
              </a:solidFill>
              <a:latin typeface="Times New Roman" panose="02020603050405020304" pitchFamily="18" charset="0"/>
              <a:cs typeface="Times New Roman" panose="02020603050405020304" pitchFamily="18" charset="0"/>
            </a:endParaRPr>
          </a:p>
          <a:p>
            <a:r>
              <a:rPr lang="en-US" sz="2000" dirty="0">
                <a:solidFill>
                  <a:schemeClr val="bg1"/>
                </a:solidFill>
                <a:latin typeface="Times New Roman" panose="02020603050405020304" pitchFamily="18" charset="0"/>
                <a:cs typeface="Times New Roman" panose="02020603050405020304" pitchFamily="18" charset="0"/>
              </a:rPr>
              <a:t>‌</a:t>
            </a:r>
            <a:r>
              <a:rPr lang="en-US" sz="2000" i="1" dirty="0">
                <a:solidFill>
                  <a:schemeClr val="bg1"/>
                </a:solidFill>
                <a:latin typeface="Times New Roman" panose="02020603050405020304" pitchFamily="18" charset="0"/>
                <a:cs typeface="Times New Roman" panose="02020603050405020304" pitchFamily="18" charset="0"/>
              </a:rPr>
              <a:t>Hash Table in C/C++ - A Complete Implementation | DigitalOcean</a:t>
            </a:r>
            <a:r>
              <a:rPr lang="en-US" sz="2000" dirty="0">
                <a:solidFill>
                  <a:schemeClr val="bg1"/>
                </a:solidFill>
                <a:latin typeface="Times New Roman" panose="02020603050405020304" pitchFamily="18" charset="0"/>
                <a:cs typeface="Times New Roman" panose="02020603050405020304" pitchFamily="18" charset="0"/>
              </a:rPr>
              <a:t>. (n.d.). Www.digitalocean.com. </a:t>
            </a:r>
            <a:r>
              <a:rPr lang="en-US" sz="2000" dirty="0">
                <a:solidFill>
                  <a:srgbClr val="002060"/>
                </a:solidFill>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https://www.digitalocean.com/community/tutorials/hash-table-in-c-plus-plus</a:t>
            </a:r>
            <a:endParaRPr lang="en-US" sz="2000" dirty="0">
              <a:solidFill>
                <a:srgbClr val="002060"/>
              </a:solidFill>
              <a:latin typeface="Times New Roman" panose="02020603050405020304" pitchFamily="18" charset="0"/>
              <a:cs typeface="Times New Roman" panose="02020603050405020304" pitchFamily="18" charset="0"/>
            </a:endParaRPr>
          </a:p>
          <a:p>
            <a:r>
              <a:rPr lang="en-US" sz="2000" dirty="0">
                <a:solidFill>
                  <a:schemeClr val="bg1"/>
                </a:solidFill>
                <a:latin typeface="Times New Roman" panose="02020603050405020304" pitchFamily="18" charset="0"/>
                <a:cs typeface="Times New Roman" panose="02020603050405020304" pitchFamily="18" charset="0"/>
              </a:rPr>
              <a:t>‌</a:t>
            </a:r>
            <a:r>
              <a:rPr lang="en-US" sz="2000" i="1" dirty="0">
                <a:solidFill>
                  <a:schemeClr val="bg1"/>
                </a:solidFill>
                <a:latin typeface="Times New Roman" panose="02020603050405020304" pitchFamily="18" charset="0"/>
                <a:cs typeface="Times New Roman" panose="02020603050405020304" pitchFamily="18" charset="0"/>
              </a:rPr>
              <a:t>DSA Graphs</a:t>
            </a:r>
            <a:r>
              <a:rPr lang="en-US" sz="2000" dirty="0">
                <a:solidFill>
                  <a:schemeClr val="bg1"/>
                </a:solidFill>
                <a:latin typeface="Times New Roman" panose="02020603050405020304" pitchFamily="18" charset="0"/>
                <a:cs typeface="Times New Roman" panose="02020603050405020304" pitchFamily="18" charset="0"/>
              </a:rPr>
              <a:t>. (n.d.). Www.w3schools.com. </a:t>
            </a:r>
            <a:r>
              <a:rPr lang="en-US" sz="2000" dirty="0">
                <a:solidFill>
                  <a:srgbClr val="002060"/>
                </a:solidFill>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https://www.w3schools.com/dsa/dsa_theory_hashtables.php</a:t>
            </a:r>
            <a:endParaRPr lang="en-US" sz="2000" dirty="0">
              <a:solidFill>
                <a:srgbClr val="002060"/>
              </a:solidFill>
              <a:latin typeface="Times New Roman" panose="02020603050405020304" pitchFamily="18" charset="0"/>
              <a:cs typeface="Times New Roman" panose="02020603050405020304" pitchFamily="18" charset="0"/>
            </a:endParaRPr>
          </a:p>
          <a:p>
            <a:r>
              <a:rPr lang="en-US" sz="2000" dirty="0">
                <a:solidFill>
                  <a:schemeClr val="bg1"/>
                </a:solidFill>
                <a:latin typeface="Times New Roman" panose="02020603050405020304" pitchFamily="18" charset="0"/>
                <a:cs typeface="Times New Roman" panose="02020603050405020304" pitchFamily="18" charset="0"/>
              </a:rPr>
              <a:t>‌Winter, M. (2017, July 20). </a:t>
            </a:r>
            <a:r>
              <a:rPr lang="en-US" sz="2000" i="1" dirty="0">
                <a:solidFill>
                  <a:schemeClr val="bg1"/>
                </a:solidFill>
                <a:latin typeface="Times New Roman" panose="02020603050405020304" pitchFamily="18" charset="0"/>
                <a:cs typeface="Times New Roman" panose="02020603050405020304" pitchFamily="18" charset="0"/>
              </a:rPr>
              <a:t>Implementing a Hash Table in C++14 for practice</a:t>
            </a:r>
            <a:r>
              <a:rPr lang="en-US" sz="2000" dirty="0">
                <a:solidFill>
                  <a:schemeClr val="bg1"/>
                </a:solidFill>
                <a:latin typeface="Times New Roman" panose="02020603050405020304" pitchFamily="18" charset="0"/>
                <a:cs typeface="Times New Roman" panose="02020603050405020304" pitchFamily="18" charset="0"/>
              </a:rPr>
              <a:t>. Medium. </a:t>
            </a:r>
            <a:r>
              <a:rPr lang="en-US" sz="2000" dirty="0">
                <a:solidFill>
                  <a:srgbClr val="002060"/>
                </a:solidFill>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https://medium.com/@mark.winter/implementing-a-hash-table-in-c-14-for-practice-9c4ad6b7cc3e</a:t>
            </a:r>
            <a:endParaRPr lang="en-US" sz="2000" dirty="0">
              <a:solidFill>
                <a:srgbClr val="002060"/>
              </a:solidFill>
              <a:latin typeface="Times New Roman" panose="02020603050405020304" pitchFamily="18" charset="0"/>
              <a:cs typeface="Times New Roman" panose="02020603050405020304" pitchFamily="18" charset="0"/>
            </a:endParaRPr>
          </a:p>
          <a:p>
            <a:r>
              <a:rPr lang="en-US" sz="2000" dirty="0">
                <a:solidFill>
                  <a:schemeClr val="bg1"/>
                </a:solidFill>
                <a:latin typeface="Times New Roman" panose="02020603050405020304" pitchFamily="18" charset="0"/>
                <a:cs typeface="Times New Roman" panose="02020603050405020304" pitchFamily="18" charset="0"/>
              </a:rPr>
              <a:t>programiz. (2019). </a:t>
            </a:r>
            <a:r>
              <a:rPr lang="en-US" sz="2000" i="1" dirty="0">
                <a:solidFill>
                  <a:schemeClr val="bg1"/>
                </a:solidFill>
                <a:latin typeface="Times New Roman" panose="02020603050405020304" pitchFamily="18" charset="0"/>
                <a:cs typeface="Times New Roman" panose="02020603050405020304" pitchFamily="18" charset="0"/>
              </a:rPr>
              <a:t>Hash Table</a:t>
            </a:r>
            <a:r>
              <a:rPr lang="en-US" sz="2000" dirty="0">
                <a:solidFill>
                  <a:schemeClr val="bg1"/>
                </a:solidFill>
                <a:latin typeface="Times New Roman" panose="02020603050405020304" pitchFamily="18" charset="0"/>
                <a:cs typeface="Times New Roman" panose="02020603050405020304" pitchFamily="18" charset="0"/>
              </a:rPr>
              <a:t>. Programiz.com. </a:t>
            </a:r>
            <a:r>
              <a:rPr lang="en-US" sz="2000" dirty="0">
                <a:solidFill>
                  <a:srgbClr val="002060"/>
                </a:solidFill>
                <a:latin typeface="Times New Roman" panose="02020603050405020304" pitchFamily="18" charset="0"/>
                <a:cs typeface="Times New Roman" panose="02020603050405020304" pitchFamily="18" charset="0"/>
                <a:hlinkClick r:id="rId7">
                  <a:extLst>
                    <a:ext uri="{A12FA001-AC4F-418D-AE19-62706E023703}">
                      <ahyp:hlinkClr xmlns:ahyp="http://schemas.microsoft.com/office/drawing/2018/hyperlinkcolor" val="tx"/>
                    </a:ext>
                  </a:extLst>
                </a:hlinkClick>
              </a:rPr>
              <a:t>https://www.programiz.com/dsa/hash-table</a:t>
            </a:r>
            <a:endParaRPr lang="en-US" sz="2000" dirty="0">
              <a:solidFill>
                <a:srgbClr val="002060"/>
              </a:solidFill>
              <a:latin typeface="Times New Roman" panose="02020603050405020304" pitchFamily="18" charset="0"/>
              <a:cs typeface="Times New Roman" panose="02020603050405020304" pitchFamily="18" charset="0"/>
            </a:endParaRPr>
          </a:p>
          <a:p>
            <a:r>
              <a:rPr lang="en-US" sz="2000" dirty="0" err="1">
                <a:solidFill>
                  <a:schemeClr val="bg1"/>
                </a:solidFill>
                <a:latin typeface="Times New Roman" panose="02020603050405020304" pitchFamily="18" charset="0"/>
                <a:cs typeface="Times New Roman" panose="02020603050405020304" pitchFamily="18" charset="0"/>
              </a:rPr>
              <a:t>Karlina_Bytes</a:t>
            </a:r>
            <a:r>
              <a:rPr lang="en-US" sz="2000" dirty="0">
                <a:solidFill>
                  <a:schemeClr val="bg1"/>
                </a:solidFill>
                <a:latin typeface="Times New Roman" panose="02020603050405020304" pitchFamily="18" charset="0"/>
                <a:cs typeface="Times New Roman" panose="02020603050405020304" pitchFamily="18" charset="0"/>
              </a:rPr>
              <a:t>. (2014, June 21). </a:t>
            </a:r>
            <a:r>
              <a:rPr lang="en-US" sz="2000" i="1" dirty="0">
                <a:solidFill>
                  <a:schemeClr val="bg1"/>
                </a:solidFill>
                <a:latin typeface="Times New Roman" panose="02020603050405020304" pitchFamily="18" charset="0"/>
                <a:cs typeface="Times New Roman" panose="02020603050405020304" pitchFamily="18" charset="0"/>
              </a:rPr>
              <a:t>C++ Tutorial: Intro to Hash Tables</a:t>
            </a:r>
            <a:r>
              <a:rPr lang="en-US" sz="2000" dirty="0">
                <a:solidFill>
                  <a:schemeClr val="bg1"/>
                </a:solidFill>
                <a:latin typeface="Times New Roman" panose="02020603050405020304" pitchFamily="18" charset="0"/>
                <a:cs typeface="Times New Roman" panose="02020603050405020304" pitchFamily="18" charset="0"/>
              </a:rPr>
              <a:t>. Pumpkin Programmer. </a:t>
            </a:r>
            <a:r>
              <a:rPr lang="en-US" sz="2000" dirty="0">
                <a:solidFill>
                  <a:srgbClr val="002060"/>
                </a:solidFill>
                <a:latin typeface="Times New Roman" panose="02020603050405020304" pitchFamily="18" charset="0"/>
                <a:cs typeface="Times New Roman" panose="02020603050405020304" pitchFamily="18" charset="0"/>
                <a:hlinkClick r:id="rId8">
                  <a:extLst>
                    <a:ext uri="{A12FA001-AC4F-418D-AE19-62706E023703}">
                      <ahyp:hlinkClr xmlns:ahyp="http://schemas.microsoft.com/office/drawing/2018/hyperlinkcolor" val="tx"/>
                    </a:ext>
                  </a:extLst>
                </a:hlinkClick>
              </a:rPr>
              <a:t>https://pumpkinprogrammerdotcom4.wordpress.com/2014/06/21/c-tutorial-intro-to-hash-tables/</a:t>
            </a:r>
            <a:endParaRPr lang="en-US" sz="2000" dirty="0">
              <a:solidFill>
                <a:srgbClr val="002060"/>
              </a:solidFill>
              <a:latin typeface="Times New Roman" panose="02020603050405020304" pitchFamily="18" charset="0"/>
              <a:cs typeface="Times New Roman" panose="02020603050405020304" pitchFamily="18" charset="0"/>
            </a:endParaRPr>
          </a:p>
          <a:p>
            <a:pPr marL="0" indent="0">
              <a:buNone/>
            </a:pPr>
            <a:endParaRPr lang="en-US" sz="2000" u="sng" dirty="0">
              <a:latin typeface="Times New Roman" panose="02020603050405020304" pitchFamily="18" charset="0"/>
              <a:cs typeface="Times New Roman" panose="02020603050405020304" pitchFamily="18" charset="0"/>
            </a:endParaRPr>
          </a:p>
        </p:txBody>
      </p:sp>
      <p:sp>
        <p:nvSpPr>
          <p:cNvPr id="8" name="Footer Placeholder 6">
            <a:extLst>
              <a:ext uri="{FF2B5EF4-FFF2-40B4-BE49-F238E27FC236}">
                <a16:creationId xmlns:a16="http://schemas.microsoft.com/office/drawing/2014/main" id="{000C1C25-33AB-7C6F-89FC-13AB0920E696}"/>
              </a:ext>
            </a:extLst>
          </p:cNvPr>
          <p:cNvSpPr txBox="1">
            <a:spLocks/>
          </p:cNvSpPr>
          <p:nvPr/>
        </p:nvSpPr>
        <p:spPr>
          <a:xfrm>
            <a:off x="93582" y="6464808"/>
            <a:ext cx="11956069" cy="393192"/>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000" dirty="0">
                <a:solidFill>
                  <a:schemeClr val="bg1"/>
                </a:solidFill>
                <a:latin typeface="Times New Roman" panose="02020603050405020304" pitchFamily="18" charset="0"/>
                <a:cs typeface="Times New Roman" panose="02020603050405020304" pitchFamily="18" charset="0"/>
              </a:rPr>
              <a:t>Julien &amp; Jacobs                                           Data Structures 2: Final Presentation                                                    18         </a:t>
            </a:r>
          </a:p>
        </p:txBody>
      </p:sp>
      <p:sp>
        <p:nvSpPr>
          <p:cNvPr id="9" name="Shape 0">
            <a:extLst>
              <a:ext uri="{FF2B5EF4-FFF2-40B4-BE49-F238E27FC236}">
                <a16:creationId xmlns:a16="http://schemas.microsoft.com/office/drawing/2014/main" id="{6F9CAEF0-EFE4-E1AA-4B71-CEDEF4DD72CB}"/>
              </a:ext>
            </a:extLst>
          </p:cNvPr>
          <p:cNvSpPr/>
          <p:nvPr/>
        </p:nvSpPr>
        <p:spPr>
          <a:xfrm>
            <a:off x="-16147" y="-22568"/>
            <a:ext cx="109728" cy="6880568"/>
          </a:xfrm>
          <a:prstGeom prst="rect">
            <a:avLst/>
          </a:prstGeom>
          <a:solidFill>
            <a:srgbClr val="47D7FF"/>
          </a:solidFill>
          <a:ln w="12700">
            <a:solidFill>
              <a:srgbClr val="47D7FF">
                <a:alpha val="0"/>
              </a:srgbClr>
            </a:solidFill>
            <a:prstDash val="solid"/>
          </a:ln>
        </p:spPr>
        <p:txBody>
          <a:bodyPr/>
          <a:lstStyle/>
          <a:p>
            <a:endParaRPr lang="en-US"/>
          </a:p>
        </p:txBody>
      </p:sp>
      <p:sp>
        <p:nvSpPr>
          <p:cNvPr id="10" name="Shape 0">
            <a:extLst>
              <a:ext uri="{FF2B5EF4-FFF2-40B4-BE49-F238E27FC236}">
                <a16:creationId xmlns:a16="http://schemas.microsoft.com/office/drawing/2014/main" id="{0F50F6BD-3A79-DEC9-5F9A-795972C7CF7E}"/>
              </a:ext>
            </a:extLst>
          </p:cNvPr>
          <p:cNvSpPr/>
          <p:nvPr/>
        </p:nvSpPr>
        <p:spPr>
          <a:xfrm>
            <a:off x="12049651" y="-22568"/>
            <a:ext cx="137160" cy="6880568"/>
          </a:xfrm>
          <a:prstGeom prst="rect">
            <a:avLst/>
          </a:prstGeom>
          <a:solidFill>
            <a:srgbClr val="47D7FF"/>
          </a:solidFill>
          <a:ln w="12700">
            <a:solidFill>
              <a:srgbClr val="47D7FF">
                <a:alpha val="0"/>
              </a:srgbClr>
            </a:solidFill>
            <a:prstDash val="solid"/>
          </a:ln>
        </p:spPr>
        <p:txBody>
          <a:bodyPr/>
          <a:lstStyle/>
          <a:p>
            <a:endParaRPr lang="en-US"/>
          </a:p>
        </p:txBody>
      </p:sp>
    </p:spTree>
    <p:extLst>
      <p:ext uri="{BB962C8B-B14F-4D97-AF65-F5344CB8AC3E}">
        <p14:creationId xmlns:p14="http://schemas.microsoft.com/office/powerpoint/2010/main" val="385669459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96B24"/>
      </a:accent1>
      <a:accent2>
        <a:srgbClr val="4EA72E"/>
      </a:accent2>
      <a:accent3>
        <a:srgbClr val="156082"/>
      </a:accent3>
      <a:accent4>
        <a:srgbClr val="0F9ED5"/>
      </a:accent4>
      <a:accent5>
        <a:srgbClr val="A02B93"/>
      </a:accent5>
      <a:accent6>
        <a:srgbClr val="E97132"/>
      </a:accent6>
      <a:hlink>
        <a:srgbClr val="538D9D"/>
      </a:hlink>
      <a:folHlink>
        <a:srgbClr val="A5738E"/>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C0A3E416-13B0-4CFE-8B85-8989D8AEFB5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1580</TotalTime>
  <Words>3615</Words>
  <Application>Microsoft Office PowerPoint</Application>
  <PresentationFormat>Widescreen</PresentationFormat>
  <Paragraphs>292</Paragraphs>
  <Slides>18</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Aptos</vt:lpstr>
      <vt:lpstr>Aptos Display</vt:lpstr>
      <vt:lpstr>Arial</vt:lpstr>
      <vt:lpstr>Times New Roman</vt:lpstr>
      <vt:lpstr>Office Theme</vt:lpstr>
      <vt:lpstr>Hash Tables in C++: Concepts, Implementation, and Performance</vt:lpstr>
      <vt:lpstr>Team Roles and Contributions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Hash Tables</dc:title>
  <dc:subject>Hash Tables presentation</dc:subject>
  <dc:creator>OpenAI</dc:creator>
  <cp:lastModifiedBy>Nicolas Jacobs</cp:lastModifiedBy>
  <cp:revision>5</cp:revision>
  <dcterms:created xsi:type="dcterms:W3CDTF">2026-04-28T21:58:17Z</dcterms:created>
  <dcterms:modified xsi:type="dcterms:W3CDTF">2026-04-30T04:17:09Z</dcterms:modified>
</cp:coreProperties>
</file>